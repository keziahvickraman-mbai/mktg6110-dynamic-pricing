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C7EaxlPrgOsUl6tSXwwQT1FyJP7Sj860ES9Fv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47"/>
  </p:notesMasterIdLst>
  <p:handoutMasterIdLst>
    <p:handoutMasterId r:id="rId48"/>
  </p:handoutMasterIdLst>
  <p:sldIdLst>
    <p:sldId id="267" r:id="rId2"/>
    <p:sldId id="334" r:id="rId3"/>
    <p:sldId id="265" r:id="rId4"/>
    <p:sldId id="3765" r:id="rId5"/>
    <p:sldId id="3818" r:id="rId6"/>
    <p:sldId id="3743" r:id="rId7"/>
    <p:sldId id="3844" r:id="rId8"/>
    <p:sldId id="3845" r:id="rId9"/>
    <p:sldId id="3846" r:id="rId10"/>
    <p:sldId id="491" r:id="rId11"/>
    <p:sldId id="410" r:id="rId12"/>
    <p:sldId id="3847" r:id="rId13"/>
    <p:sldId id="3849" r:id="rId14"/>
    <p:sldId id="3850" r:id="rId15"/>
    <p:sldId id="3851" r:id="rId16"/>
    <p:sldId id="3852" r:id="rId17"/>
    <p:sldId id="3853" r:id="rId18"/>
    <p:sldId id="3766" r:id="rId19"/>
    <p:sldId id="3857" r:id="rId20"/>
    <p:sldId id="3832" r:id="rId21"/>
    <p:sldId id="3854" r:id="rId22"/>
    <p:sldId id="3855" r:id="rId23"/>
    <p:sldId id="288" r:id="rId24"/>
    <p:sldId id="291" r:id="rId25"/>
    <p:sldId id="292" r:id="rId26"/>
    <p:sldId id="293" r:id="rId27"/>
    <p:sldId id="271" r:id="rId28"/>
    <p:sldId id="273" r:id="rId29"/>
    <p:sldId id="3839" r:id="rId30"/>
    <p:sldId id="3861" r:id="rId31"/>
    <p:sldId id="3862" r:id="rId32"/>
    <p:sldId id="3859" r:id="rId33"/>
    <p:sldId id="3841" r:id="rId34"/>
    <p:sldId id="3864" r:id="rId35"/>
    <p:sldId id="3863" r:id="rId36"/>
    <p:sldId id="3842" r:id="rId37"/>
    <p:sldId id="3843" r:id="rId38"/>
    <p:sldId id="3865" r:id="rId39"/>
    <p:sldId id="3759" r:id="rId40"/>
    <p:sldId id="256" r:id="rId41"/>
    <p:sldId id="276" r:id="rId42"/>
    <p:sldId id="278" r:id="rId43"/>
    <p:sldId id="3768" r:id="rId44"/>
    <p:sldId id="311" r:id="rId45"/>
    <p:sldId id="296" r:id="rId46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207B19-922B-4723-9678-036FE703CA25}" v="8" dt="2026-10-01T20:31:3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>
      <p:cViewPr>
        <p:scale>
          <a:sx n="70" d="100"/>
          <a:sy n="70" d="100"/>
        </p:scale>
        <p:origin x="44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nst Christiaan OSINGA" userId="5e84788a-dfd7-4f91-9523-4c530f2a83d5" providerId="ADAL" clId="{62BB5EDD-1EC8-43FA-ADE7-8E1152B69F81}"/>
    <pc:docChg chg="undo redo custSel addSld delSld modSld sldOrd">
      <pc:chgData name="Ernst Christiaan OSINGA" userId="5e84788a-dfd7-4f91-9523-4c530f2a83d5" providerId="ADAL" clId="{62BB5EDD-1EC8-43FA-ADE7-8E1152B69F81}" dt="2026-10-01T20:31:39.522" v="6014"/>
      <pc:docMkLst>
        <pc:docMk/>
      </pc:docMkLst>
      <pc:sldChg chg="modSp add mod setBg">
        <pc:chgData name="Ernst Christiaan OSINGA" userId="5e84788a-dfd7-4f91-9523-4c530f2a83d5" providerId="ADAL" clId="{62BB5EDD-1EC8-43FA-ADE7-8E1152B69F81}" dt="2026-09-29T13:29:39.554" v="3840" actId="26606"/>
        <pc:sldMkLst>
          <pc:docMk/>
          <pc:sldMk cId="205880183" sldId="256"/>
        </pc:sldMkLst>
        <pc:picChg chg="mod">
          <ac:chgData name="Ernst Christiaan OSINGA" userId="5e84788a-dfd7-4f91-9523-4c530f2a83d5" providerId="ADAL" clId="{62BB5EDD-1EC8-43FA-ADE7-8E1152B69F81}" dt="2026-09-29T13:29:39.554" v="3840" actId="26606"/>
          <ac:picMkLst>
            <pc:docMk/>
            <pc:sldMk cId="205880183" sldId="256"/>
            <ac:picMk id="5" creationId="{E78539D6-23ED-F294-9E31-68D68D79CF1A}"/>
          </ac:picMkLst>
        </pc:picChg>
      </pc:sldChg>
      <pc:sldChg chg="modSp mod">
        <pc:chgData name="Ernst Christiaan OSINGA" userId="5e84788a-dfd7-4f91-9523-4c530f2a83d5" providerId="ADAL" clId="{62BB5EDD-1EC8-43FA-ADE7-8E1152B69F81}" dt="2026-10-01T20:09:27.054" v="5922" actId="13926"/>
        <pc:sldMkLst>
          <pc:docMk/>
          <pc:sldMk cId="186365574" sldId="265"/>
        </pc:sldMkLst>
        <pc:spChg chg="mod">
          <ac:chgData name="Ernst Christiaan OSINGA" userId="5e84788a-dfd7-4f91-9523-4c530f2a83d5" providerId="ADAL" clId="{62BB5EDD-1EC8-43FA-ADE7-8E1152B69F81}" dt="2026-10-01T20:09:27.054" v="5922" actId="13926"/>
          <ac:spMkLst>
            <pc:docMk/>
            <pc:sldMk cId="186365574" sldId="265"/>
            <ac:spMk id="3" creationId="{00000000-0000-0000-0000-000000000000}"/>
          </ac:spMkLst>
        </pc:spChg>
      </pc:sldChg>
      <pc:sldChg chg="modSp mod">
        <pc:chgData name="Ernst Christiaan OSINGA" userId="5e84788a-dfd7-4f91-9523-4c530f2a83d5" providerId="ADAL" clId="{62BB5EDD-1EC8-43FA-ADE7-8E1152B69F81}" dt="2026-09-27T19:30:15.814" v="16" actId="20577"/>
        <pc:sldMkLst>
          <pc:docMk/>
          <pc:sldMk cId="564937559" sldId="267"/>
        </pc:sldMkLst>
        <pc:spChg chg="mod">
          <ac:chgData name="Ernst Christiaan OSINGA" userId="5e84788a-dfd7-4f91-9523-4c530f2a83d5" providerId="ADAL" clId="{62BB5EDD-1EC8-43FA-ADE7-8E1152B69F81}" dt="2026-09-27T19:30:15.814" v="16" actId="20577"/>
          <ac:spMkLst>
            <pc:docMk/>
            <pc:sldMk cId="564937559" sldId="267"/>
            <ac:spMk id="7" creationId="{7F87ED9E-B2E7-D3C6-3F7B-DD12C546065E}"/>
          </ac:spMkLst>
        </pc:spChg>
      </pc:sldChg>
      <pc:sldChg chg="delSp modSp add mod setBg delDesignElem">
        <pc:chgData name="Ernst Christiaan OSINGA" userId="5e84788a-dfd7-4f91-9523-4c530f2a83d5" providerId="ADAL" clId="{62BB5EDD-1EC8-43FA-ADE7-8E1152B69F81}" dt="2026-10-01T20:25:18.962" v="5944" actId="20577"/>
        <pc:sldMkLst>
          <pc:docMk/>
          <pc:sldMk cId="3069005957" sldId="271"/>
        </pc:sldMkLst>
        <pc:spChg chg="mod">
          <ac:chgData name="Ernst Christiaan OSINGA" userId="5e84788a-dfd7-4f91-9523-4c530f2a83d5" providerId="ADAL" clId="{62BB5EDD-1EC8-43FA-ADE7-8E1152B69F81}" dt="2026-10-01T20:24:40.613" v="5943" actId="20577"/>
          <ac:spMkLst>
            <pc:docMk/>
            <pc:sldMk cId="3069005957" sldId="271"/>
            <ac:spMk id="2" creationId="{C228DA93-288D-BB1A-A645-E064DDE8671D}"/>
          </ac:spMkLst>
        </pc:spChg>
        <pc:spChg chg="mod">
          <ac:chgData name="Ernst Christiaan OSINGA" userId="5e84788a-dfd7-4f91-9523-4c530f2a83d5" providerId="ADAL" clId="{62BB5EDD-1EC8-43FA-ADE7-8E1152B69F81}" dt="2026-09-29T13:42:32.912" v="4040" actId="14100"/>
          <ac:spMkLst>
            <pc:docMk/>
            <pc:sldMk cId="3069005957" sldId="271"/>
            <ac:spMk id="5" creationId="{FCE46A1D-C4C9-74BB-9786-D2BE826E816C}"/>
          </ac:spMkLst>
        </pc:spChg>
        <pc:graphicFrameChg chg="mod modGraphic">
          <ac:chgData name="Ernst Christiaan OSINGA" userId="5e84788a-dfd7-4f91-9523-4c530f2a83d5" providerId="ADAL" clId="{62BB5EDD-1EC8-43FA-ADE7-8E1152B69F81}" dt="2026-10-01T20:25:18.962" v="5944" actId="20577"/>
          <ac:graphicFrameMkLst>
            <pc:docMk/>
            <pc:sldMk cId="3069005957" sldId="271"/>
            <ac:graphicFrameMk id="8" creationId="{C5A051E9-7C18-42CA-1E12-AA09B4E68431}"/>
          </ac:graphicFrameMkLst>
        </pc:graphicFrameChg>
      </pc:sldChg>
      <pc:sldChg chg="addSp delSp modSp add mod setBg delDesignElem">
        <pc:chgData name="Ernst Christiaan OSINGA" userId="5e84788a-dfd7-4f91-9523-4c530f2a83d5" providerId="ADAL" clId="{62BB5EDD-1EC8-43FA-ADE7-8E1152B69F81}" dt="2026-10-01T19:08:25.924" v="4217" actId="20577"/>
        <pc:sldMkLst>
          <pc:docMk/>
          <pc:sldMk cId="2731718565" sldId="273"/>
        </pc:sldMkLst>
        <pc:spChg chg="mod">
          <ac:chgData name="Ernst Christiaan OSINGA" userId="5e84788a-dfd7-4f91-9523-4c530f2a83d5" providerId="ADAL" clId="{62BB5EDD-1EC8-43FA-ADE7-8E1152B69F81}" dt="2026-09-29T13:43:50.344" v="4049" actId="20577"/>
          <ac:spMkLst>
            <pc:docMk/>
            <pc:sldMk cId="2731718565" sldId="273"/>
            <ac:spMk id="2" creationId="{CB5571D3-3A1F-F7A6-8299-A87D1C45A0E7}"/>
          </ac:spMkLst>
        </pc:spChg>
        <pc:spChg chg="mod">
          <ac:chgData name="Ernst Christiaan OSINGA" userId="5e84788a-dfd7-4f91-9523-4c530f2a83d5" providerId="ADAL" clId="{62BB5EDD-1EC8-43FA-ADE7-8E1152B69F81}" dt="2026-09-29T13:43:58.168" v="4050" actId="14100"/>
          <ac:spMkLst>
            <pc:docMk/>
            <pc:sldMk cId="2731718565" sldId="273"/>
            <ac:spMk id="5" creationId="{D2FC18B7-4F87-4636-9D4E-C4F15511F7D7}"/>
          </ac:spMkLst>
        </pc:spChg>
        <pc:graphicFrameChg chg="add mod modGraphic">
          <ac:chgData name="Ernst Christiaan OSINGA" userId="5e84788a-dfd7-4f91-9523-4c530f2a83d5" providerId="ADAL" clId="{62BB5EDD-1EC8-43FA-ADE7-8E1152B69F81}" dt="2026-10-01T19:08:25.924" v="4217" actId="20577"/>
          <ac:graphicFrameMkLst>
            <pc:docMk/>
            <pc:sldMk cId="2731718565" sldId="273"/>
            <ac:graphicFrameMk id="3" creationId="{86A7B230-5E27-EEAD-C15A-F0ABA00B85C5}"/>
          </ac:graphicFrameMkLst>
        </pc:graphicFrameChg>
      </pc:sldChg>
      <pc:sldChg chg="addSp delSp modSp add del mod setBg delDesignElem">
        <pc:chgData name="Ernst Christiaan OSINGA" userId="5e84788a-dfd7-4f91-9523-4c530f2a83d5" providerId="ADAL" clId="{62BB5EDD-1EC8-43FA-ADE7-8E1152B69F81}" dt="2026-10-01T20:03:48.531" v="5715" actId="20577"/>
        <pc:sldMkLst>
          <pc:docMk/>
          <pc:sldMk cId="1917426725" sldId="276"/>
        </pc:sldMkLst>
        <pc:spChg chg="mod">
          <ac:chgData name="Ernst Christiaan OSINGA" userId="5e84788a-dfd7-4f91-9523-4c530f2a83d5" providerId="ADAL" clId="{62BB5EDD-1EC8-43FA-ADE7-8E1152B69F81}" dt="2026-09-29T13:45:56.156" v="4062" actId="207"/>
          <ac:spMkLst>
            <pc:docMk/>
            <pc:sldMk cId="1917426725" sldId="276"/>
            <ac:spMk id="2" creationId="{1E122285-1FDB-1D32-4171-91B33590AF96}"/>
          </ac:spMkLst>
        </pc:spChg>
        <pc:graphicFrameChg chg="add mod modGraphic">
          <ac:chgData name="Ernst Christiaan OSINGA" userId="5e84788a-dfd7-4f91-9523-4c530f2a83d5" providerId="ADAL" clId="{62BB5EDD-1EC8-43FA-ADE7-8E1152B69F81}" dt="2026-10-01T20:03:48.531" v="5715" actId="20577"/>
          <ac:graphicFrameMkLst>
            <pc:docMk/>
            <pc:sldMk cId="1917426725" sldId="276"/>
            <ac:graphicFrameMk id="3" creationId="{23212B6B-D09B-926D-04D8-53CC203D65F6}"/>
          </ac:graphicFrameMkLst>
        </pc:graphicFrameChg>
      </pc:sldChg>
      <pc:sldChg chg="addSp delSp modSp add mod setBg delDesignElem">
        <pc:chgData name="Ernst Christiaan OSINGA" userId="5e84788a-dfd7-4f91-9523-4c530f2a83d5" providerId="ADAL" clId="{62BB5EDD-1EC8-43FA-ADE7-8E1152B69F81}" dt="2026-10-01T20:03:39.091" v="5713" actId="20577"/>
        <pc:sldMkLst>
          <pc:docMk/>
          <pc:sldMk cId="1673679218" sldId="278"/>
        </pc:sldMkLst>
        <pc:spChg chg="mod">
          <ac:chgData name="Ernst Christiaan OSINGA" userId="5e84788a-dfd7-4f91-9523-4c530f2a83d5" providerId="ADAL" clId="{62BB5EDD-1EC8-43FA-ADE7-8E1152B69F81}" dt="2026-09-29T13:46:01.958" v="4063" actId="207"/>
          <ac:spMkLst>
            <pc:docMk/>
            <pc:sldMk cId="1673679218" sldId="278"/>
            <ac:spMk id="2" creationId="{BA0EB478-1AFA-982B-6EF3-80797AA61EFB}"/>
          </ac:spMkLst>
        </pc:spChg>
        <pc:spChg chg="add mod">
          <ac:chgData name="Ernst Christiaan OSINGA" userId="5e84788a-dfd7-4f91-9523-4c530f2a83d5" providerId="ADAL" clId="{62BB5EDD-1EC8-43FA-ADE7-8E1152B69F81}" dt="2026-09-29T22:44:18.424" v="4200" actId="20577"/>
          <ac:spMkLst>
            <pc:docMk/>
            <pc:sldMk cId="1673679218" sldId="278"/>
            <ac:spMk id="8" creationId="{ECA651FD-4EDA-F631-49DF-4FCE1A911324}"/>
          </ac:spMkLst>
        </pc:spChg>
        <pc:graphicFrameChg chg="add mod modGraphic">
          <ac:chgData name="Ernst Christiaan OSINGA" userId="5e84788a-dfd7-4f91-9523-4c530f2a83d5" providerId="ADAL" clId="{62BB5EDD-1EC8-43FA-ADE7-8E1152B69F81}" dt="2026-10-01T20:03:39.091" v="5713" actId="20577"/>
          <ac:graphicFrameMkLst>
            <pc:docMk/>
            <pc:sldMk cId="1673679218" sldId="278"/>
            <ac:graphicFrameMk id="3" creationId="{275468AC-0921-BD81-0A6E-2748CC0A4435}"/>
          </ac:graphicFrameMkLst>
        </pc:graphicFrameChg>
      </pc:sldChg>
      <pc:sldChg chg="delSp modSp add mod delDesignElem">
        <pc:chgData name="Ernst Christiaan OSINGA" userId="5e84788a-dfd7-4f91-9523-4c530f2a83d5" providerId="ADAL" clId="{62BB5EDD-1EC8-43FA-ADE7-8E1152B69F81}" dt="2026-09-29T13:35:06.281" v="3987" actId="2711"/>
        <pc:sldMkLst>
          <pc:docMk/>
          <pc:sldMk cId="2785785805" sldId="288"/>
        </pc:sldMkLst>
        <pc:spChg chg="mod">
          <ac:chgData name="Ernst Christiaan OSINGA" userId="5e84788a-dfd7-4f91-9523-4c530f2a83d5" providerId="ADAL" clId="{62BB5EDD-1EC8-43FA-ADE7-8E1152B69F81}" dt="2026-09-29T13:34:17.326" v="3985" actId="2711"/>
          <ac:spMkLst>
            <pc:docMk/>
            <pc:sldMk cId="2785785805" sldId="288"/>
            <ac:spMk id="2" creationId="{73F3578C-58F1-06E1-DC8E-B48286DBAA58}"/>
          </ac:spMkLst>
        </pc:spChg>
        <pc:graphicFrameChg chg="mod">
          <ac:chgData name="Ernst Christiaan OSINGA" userId="5e84788a-dfd7-4f91-9523-4c530f2a83d5" providerId="ADAL" clId="{62BB5EDD-1EC8-43FA-ADE7-8E1152B69F81}" dt="2026-09-29T13:35:06.281" v="3987" actId="2711"/>
          <ac:graphicFrameMkLst>
            <pc:docMk/>
            <pc:sldMk cId="2785785805" sldId="288"/>
            <ac:graphicFrameMk id="5" creationId="{CC5B0E7F-3974-0377-0794-2C5F21C68616}"/>
          </ac:graphicFrameMkLst>
        </pc:graphicFrameChg>
      </pc:sldChg>
      <pc:sldChg chg="addSp delSp modSp add mod delDesignElem">
        <pc:chgData name="Ernst Christiaan OSINGA" userId="5e84788a-dfd7-4f91-9523-4c530f2a83d5" providerId="ADAL" clId="{62BB5EDD-1EC8-43FA-ADE7-8E1152B69F81}" dt="2026-10-01T19:09:00.113" v="4219" actId="20577"/>
        <pc:sldMkLst>
          <pc:docMk/>
          <pc:sldMk cId="2950616769" sldId="291"/>
        </pc:sldMkLst>
        <pc:spChg chg="mod">
          <ac:chgData name="Ernst Christiaan OSINGA" userId="5e84788a-dfd7-4f91-9523-4c530f2a83d5" providerId="ADAL" clId="{62BB5EDD-1EC8-43FA-ADE7-8E1152B69F81}" dt="2026-09-29T13:37:53.834" v="4007" actId="2711"/>
          <ac:spMkLst>
            <pc:docMk/>
            <pc:sldMk cId="2950616769" sldId="291"/>
            <ac:spMk id="2" creationId="{DC347D15-BC43-4749-4857-12CE64E18410}"/>
          </ac:spMkLst>
        </pc:spChg>
        <pc:spChg chg="mod">
          <ac:chgData name="Ernst Christiaan OSINGA" userId="5e84788a-dfd7-4f91-9523-4c530f2a83d5" providerId="ADAL" clId="{62BB5EDD-1EC8-43FA-ADE7-8E1152B69F81}" dt="2026-09-29T13:36:06.524" v="3988" actId="20577"/>
          <ac:spMkLst>
            <pc:docMk/>
            <pc:sldMk cId="2950616769" sldId="291"/>
            <ac:spMk id="3" creationId="{BA1EE475-E246-02AD-3D4D-10DBAA8FB8CA}"/>
          </ac:spMkLst>
        </pc:spChg>
        <pc:graphicFrameChg chg="add mod modGraphic">
          <ac:chgData name="Ernst Christiaan OSINGA" userId="5e84788a-dfd7-4f91-9523-4c530f2a83d5" providerId="ADAL" clId="{62BB5EDD-1EC8-43FA-ADE7-8E1152B69F81}" dt="2026-10-01T19:09:00.113" v="4219" actId="20577"/>
          <ac:graphicFrameMkLst>
            <pc:docMk/>
            <pc:sldMk cId="2950616769" sldId="291"/>
            <ac:graphicFrameMk id="7" creationId="{8A823895-B2D0-DA16-8ECB-680FA3F65044}"/>
          </ac:graphicFrameMkLst>
        </pc:graphicFrameChg>
      </pc:sldChg>
      <pc:sldChg chg="addSp delSp modSp add mod delDesignElem">
        <pc:chgData name="Ernst Christiaan OSINGA" userId="5e84788a-dfd7-4f91-9523-4c530f2a83d5" providerId="ADAL" clId="{62BB5EDD-1EC8-43FA-ADE7-8E1152B69F81}" dt="2026-09-29T13:38:32.385" v="4015" actId="120"/>
        <pc:sldMkLst>
          <pc:docMk/>
          <pc:sldMk cId="4003961150" sldId="292"/>
        </pc:sldMkLst>
        <pc:spChg chg="mod">
          <ac:chgData name="Ernst Christiaan OSINGA" userId="5e84788a-dfd7-4f91-9523-4c530f2a83d5" providerId="ADAL" clId="{62BB5EDD-1EC8-43FA-ADE7-8E1152B69F81}" dt="2026-09-29T13:38:11.930" v="4011" actId="113"/>
          <ac:spMkLst>
            <pc:docMk/>
            <pc:sldMk cId="4003961150" sldId="292"/>
            <ac:spMk id="7" creationId="{8238376D-230B-0842-CE7E-04993FD8C4F1}"/>
          </ac:spMkLst>
        </pc:spChg>
        <pc:graphicFrameChg chg="mod modGraphic">
          <ac:chgData name="Ernst Christiaan OSINGA" userId="5e84788a-dfd7-4f91-9523-4c530f2a83d5" providerId="ADAL" clId="{62BB5EDD-1EC8-43FA-ADE7-8E1152B69F81}" dt="2026-09-29T13:38:32.385" v="4015" actId="120"/>
          <ac:graphicFrameMkLst>
            <pc:docMk/>
            <pc:sldMk cId="4003961150" sldId="292"/>
            <ac:graphicFrameMk id="9" creationId="{0C6EB014-46A6-D0C8-13AB-B2A3AED751E6}"/>
          </ac:graphicFrameMkLst>
        </pc:graphicFrameChg>
      </pc:sldChg>
      <pc:sldChg chg="addSp delSp modSp add mod delDesignElem">
        <pc:chgData name="Ernst Christiaan OSINGA" userId="5e84788a-dfd7-4f91-9523-4c530f2a83d5" providerId="ADAL" clId="{62BB5EDD-1EC8-43FA-ADE7-8E1152B69F81}" dt="2026-10-01T19:10:10.983" v="4221" actId="20577"/>
        <pc:sldMkLst>
          <pc:docMk/>
          <pc:sldMk cId="659331325" sldId="293"/>
        </pc:sldMkLst>
        <pc:spChg chg="mod">
          <ac:chgData name="Ernst Christiaan OSINGA" userId="5e84788a-dfd7-4f91-9523-4c530f2a83d5" providerId="ADAL" clId="{62BB5EDD-1EC8-43FA-ADE7-8E1152B69F81}" dt="2026-09-29T13:40:06.115" v="4028" actId="2711"/>
          <ac:spMkLst>
            <pc:docMk/>
            <pc:sldMk cId="659331325" sldId="293"/>
            <ac:spMk id="5" creationId="{CA526D0C-BE7D-79F9-5482-D753E0BA2063}"/>
          </ac:spMkLst>
        </pc:spChg>
        <pc:spChg chg="mod">
          <ac:chgData name="Ernst Christiaan OSINGA" userId="5e84788a-dfd7-4f91-9523-4c530f2a83d5" providerId="ADAL" clId="{62BB5EDD-1EC8-43FA-ADE7-8E1152B69F81}" dt="2026-09-29T13:41:20.112" v="4030" actId="1076"/>
          <ac:spMkLst>
            <pc:docMk/>
            <pc:sldMk cId="659331325" sldId="293"/>
            <ac:spMk id="7" creationId="{9AC743E2-B0C6-FDE7-65A2-31F4B3A28D81}"/>
          </ac:spMkLst>
        </pc:spChg>
        <pc:graphicFrameChg chg="mod">
          <ac:chgData name="Ernst Christiaan OSINGA" userId="5e84788a-dfd7-4f91-9523-4c530f2a83d5" providerId="ADAL" clId="{62BB5EDD-1EC8-43FA-ADE7-8E1152B69F81}" dt="2026-09-29T13:39:53.453" v="4026" actId="2711"/>
          <ac:graphicFrameMkLst>
            <pc:docMk/>
            <pc:sldMk cId="659331325" sldId="293"/>
            <ac:graphicFrameMk id="6" creationId="{85F5AED7-84A7-6CF2-78B5-36E47D074960}"/>
          </ac:graphicFrameMkLst>
        </pc:graphicFrameChg>
        <pc:graphicFrameChg chg="mod modGraphic">
          <ac:chgData name="Ernst Christiaan OSINGA" userId="5e84788a-dfd7-4f91-9523-4c530f2a83d5" providerId="ADAL" clId="{62BB5EDD-1EC8-43FA-ADE7-8E1152B69F81}" dt="2026-10-01T19:10:10.983" v="4221" actId="20577"/>
          <ac:graphicFrameMkLst>
            <pc:docMk/>
            <pc:sldMk cId="659331325" sldId="293"/>
            <ac:graphicFrameMk id="11" creationId="{24765A44-912C-7B0D-7041-E7E5E0A09DA0}"/>
          </ac:graphicFrameMkLst>
        </pc:graphicFrameChg>
      </pc:sldChg>
      <pc:sldChg chg="modSp mod">
        <pc:chgData name="Ernst Christiaan OSINGA" userId="5e84788a-dfd7-4f91-9523-4c530f2a83d5" providerId="ADAL" clId="{62BB5EDD-1EC8-43FA-ADE7-8E1152B69F81}" dt="2026-09-29T10:36:58.194" v="3464" actId="255"/>
        <pc:sldMkLst>
          <pc:docMk/>
          <pc:sldMk cId="1492909626" sldId="311"/>
        </pc:sldMkLst>
        <pc:spChg chg="mod">
          <ac:chgData name="Ernst Christiaan OSINGA" userId="5e84788a-dfd7-4f91-9523-4c530f2a83d5" providerId="ADAL" clId="{62BB5EDD-1EC8-43FA-ADE7-8E1152B69F81}" dt="2026-09-29T10:36:58.194" v="3464" actId="255"/>
          <ac:spMkLst>
            <pc:docMk/>
            <pc:sldMk cId="1492909626" sldId="311"/>
            <ac:spMk id="3" creationId="{00000000-0000-0000-0000-000000000000}"/>
          </ac:spMkLst>
        </pc:spChg>
      </pc:sldChg>
      <pc:sldChg chg="modSp mod">
        <pc:chgData name="Ernst Christiaan OSINGA" userId="5e84788a-dfd7-4f91-9523-4c530f2a83d5" providerId="ADAL" clId="{62BB5EDD-1EC8-43FA-ADE7-8E1152B69F81}" dt="2026-10-01T20:06:21.847" v="5814" actId="13926"/>
        <pc:sldMkLst>
          <pc:docMk/>
          <pc:sldMk cId="1628451497" sldId="334"/>
        </pc:sldMkLst>
        <pc:spChg chg="mod">
          <ac:chgData name="Ernst Christiaan OSINGA" userId="5e84788a-dfd7-4f91-9523-4c530f2a83d5" providerId="ADAL" clId="{62BB5EDD-1EC8-43FA-ADE7-8E1152B69F81}" dt="2026-10-01T20:06:21.847" v="5814" actId="13926"/>
          <ac:spMkLst>
            <pc:docMk/>
            <pc:sldMk cId="1628451497" sldId="334"/>
            <ac:spMk id="3" creationId="{00000000-0000-0000-0000-000000000000}"/>
          </ac:spMkLst>
        </pc:spChg>
      </pc:sldChg>
      <pc:sldChg chg="addSp modSp mod modAnim">
        <pc:chgData name="Ernst Christiaan OSINGA" userId="5e84788a-dfd7-4f91-9523-4c530f2a83d5" providerId="ADAL" clId="{62BB5EDD-1EC8-43FA-ADE7-8E1152B69F81}" dt="2026-09-29T13:08:35.908" v="3496" actId="13926"/>
        <pc:sldMkLst>
          <pc:docMk/>
          <pc:sldMk cId="4088633596" sldId="410"/>
        </pc:sldMkLst>
        <pc:spChg chg="mod">
          <ac:chgData name="Ernst Christiaan OSINGA" userId="5e84788a-dfd7-4f91-9523-4c530f2a83d5" providerId="ADAL" clId="{62BB5EDD-1EC8-43FA-ADE7-8E1152B69F81}" dt="2026-09-27T20:00:30.834" v="336" actId="20577"/>
          <ac:spMkLst>
            <pc:docMk/>
            <pc:sldMk cId="4088633596" sldId="410"/>
            <ac:spMk id="2" creationId="{00000000-0000-0000-0000-000000000000}"/>
          </ac:spMkLst>
        </pc:spChg>
        <pc:spChg chg="mod">
          <ac:chgData name="Ernst Christiaan OSINGA" userId="5e84788a-dfd7-4f91-9523-4c530f2a83d5" providerId="ADAL" clId="{62BB5EDD-1EC8-43FA-ADE7-8E1152B69F81}" dt="2026-09-29T13:08:35.908" v="3496" actId="13926"/>
          <ac:spMkLst>
            <pc:docMk/>
            <pc:sldMk cId="4088633596" sldId="410"/>
            <ac:spMk id="3" creationId="{00000000-0000-0000-0000-000000000000}"/>
          </ac:spMkLst>
        </pc:spChg>
        <pc:spChg chg="add mod">
          <ac:chgData name="Ernst Christiaan OSINGA" userId="5e84788a-dfd7-4f91-9523-4c530f2a83d5" providerId="ADAL" clId="{62BB5EDD-1EC8-43FA-ADE7-8E1152B69F81}" dt="2026-09-29T08:55:56.040" v="1855" actId="1076"/>
          <ac:spMkLst>
            <pc:docMk/>
            <pc:sldMk cId="4088633596" sldId="410"/>
            <ac:spMk id="5" creationId="{671B0775-111B-8ABA-80D7-D74816BB5459}"/>
          </ac:spMkLst>
        </pc:spChg>
      </pc:sldChg>
      <pc:sldChg chg="addSp delSp modSp mod modClrScheme chgLayout">
        <pc:chgData name="Ernst Christiaan OSINGA" userId="5e84788a-dfd7-4f91-9523-4c530f2a83d5" providerId="ADAL" clId="{62BB5EDD-1EC8-43FA-ADE7-8E1152B69F81}" dt="2026-09-27T19:58:13.374" v="270" actId="18131"/>
        <pc:sldMkLst>
          <pc:docMk/>
          <pc:sldMk cId="1998948152" sldId="491"/>
        </pc:sldMkLst>
        <pc:spChg chg="add mod">
          <ac:chgData name="Ernst Christiaan OSINGA" userId="5e84788a-dfd7-4f91-9523-4c530f2a83d5" providerId="ADAL" clId="{62BB5EDD-1EC8-43FA-ADE7-8E1152B69F81}" dt="2026-09-27T19:56:09.834" v="230" actId="26606"/>
          <ac:spMkLst>
            <pc:docMk/>
            <pc:sldMk cId="1998948152" sldId="491"/>
            <ac:spMk id="4" creationId="{27E4EE83-BEBC-AC69-345B-C822A1CCA7B4}"/>
          </ac:spMkLst>
        </pc:spChg>
        <pc:picChg chg="add del mod ord">
          <ac:chgData name="Ernst Christiaan OSINGA" userId="5e84788a-dfd7-4f91-9523-4c530f2a83d5" providerId="ADAL" clId="{62BB5EDD-1EC8-43FA-ADE7-8E1152B69F81}" dt="2026-09-27T19:58:13.374" v="270" actId="18131"/>
          <ac:picMkLst>
            <pc:docMk/>
            <pc:sldMk cId="1998948152" sldId="491"/>
            <ac:picMk id="12" creationId="{7D78D284-2B9F-52A2-D8B5-3BB6E3770ECF}"/>
          </ac:picMkLst>
        </pc:picChg>
      </pc:sldChg>
      <pc:sldChg chg="addSp modSp mod ord modAnim">
        <pc:chgData name="Ernst Christiaan OSINGA" userId="5e84788a-dfd7-4f91-9523-4c530f2a83d5" providerId="ADAL" clId="{62BB5EDD-1EC8-43FA-ADE7-8E1152B69F81}" dt="2026-09-29T08:13:26.402" v="879"/>
        <pc:sldMkLst>
          <pc:docMk/>
          <pc:sldMk cId="237170975" sldId="3743"/>
        </pc:sldMkLst>
        <pc:spChg chg="add mod">
          <ac:chgData name="Ernst Christiaan OSINGA" userId="5e84788a-dfd7-4f91-9523-4c530f2a83d5" providerId="ADAL" clId="{62BB5EDD-1EC8-43FA-ADE7-8E1152B69F81}" dt="2026-09-29T08:13:18.173" v="877" actId="1076"/>
          <ac:spMkLst>
            <pc:docMk/>
            <pc:sldMk cId="237170975" sldId="3743"/>
            <ac:spMk id="12" creationId="{23C97423-0324-D611-4229-245AD47A4A27}"/>
          </ac:spMkLst>
        </pc:spChg>
      </pc:sldChg>
      <pc:sldChg chg="addSp delSp mod">
        <pc:chgData name="Ernst Christiaan OSINGA" userId="5e84788a-dfd7-4f91-9523-4c530f2a83d5" providerId="ADAL" clId="{62BB5EDD-1EC8-43FA-ADE7-8E1152B69F81}" dt="2026-09-29T10:22:29.900" v="3042" actId="22"/>
        <pc:sldMkLst>
          <pc:docMk/>
          <pc:sldMk cId="366878805" sldId="3759"/>
        </pc:sldMkLst>
      </pc:sldChg>
      <pc:sldChg chg="modSp mod">
        <pc:chgData name="Ernst Christiaan OSINGA" userId="5e84788a-dfd7-4f91-9523-4c530f2a83d5" providerId="ADAL" clId="{62BB5EDD-1EC8-43FA-ADE7-8E1152B69F81}" dt="2026-09-29T10:47:34.899" v="3487" actId="5793"/>
        <pc:sldMkLst>
          <pc:docMk/>
          <pc:sldMk cId="2716746141" sldId="3765"/>
        </pc:sldMkLst>
        <pc:spChg chg="mod">
          <ac:chgData name="Ernst Christiaan OSINGA" userId="5e84788a-dfd7-4f91-9523-4c530f2a83d5" providerId="ADAL" clId="{62BB5EDD-1EC8-43FA-ADE7-8E1152B69F81}" dt="2026-09-29T10:47:34.899" v="3487" actId="5793"/>
          <ac:spMkLst>
            <pc:docMk/>
            <pc:sldMk cId="2716746141" sldId="3765"/>
            <ac:spMk id="3" creationId="{596D9D5E-D21C-6434-81C4-94270F5C5CCE}"/>
          </ac:spMkLst>
        </pc:spChg>
      </pc:sldChg>
      <pc:sldChg chg="addSp delSp modSp mod">
        <pc:chgData name="Ernst Christiaan OSINGA" userId="5e84788a-dfd7-4f91-9523-4c530f2a83d5" providerId="ADAL" clId="{62BB5EDD-1EC8-43FA-ADE7-8E1152B69F81}" dt="2026-09-27T19:45:49.269" v="190" actId="931"/>
        <pc:sldMkLst>
          <pc:docMk/>
          <pc:sldMk cId="3095752887" sldId="3766"/>
        </pc:sldMkLst>
        <pc:spChg chg="mod">
          <ac:chgData name="Ernst Christiaan OSINGA" userId="5e84788a-dfd7-4f91-9523-4c530f2a83d5" providerId="ADAL" clId="{62BB5EDD-1EC8-43FA-ADE7-8E1152B69F81}" dt="2026-09-27T19:32:21.403" v="65" actId="20577"/>
          <ac:spMkLst>
            <pc:docMk/>
            <pc:sldMk cId="3095752887" sldId="3766"/>
            <ac:spMk id="4" creationId="{58B57FB6-8DD5-0BA7-9930-9F8671454225}"/>
          </ac:spMkLst>
        </pc:spChg>
        <pc:picChg chg="add mod">
          <ac:chgData name="Ernst Christiaan OSINGA" userId="5e84788a-dfd7-4f91-9523-4c530f2a83d5" providerId="ADAL" clId="{62BB5EDD-1EC8-43FA-ADE7-8E1152B69F81}" dt="2026-09-27T19:45:49.269" v="190" actId="931"/>
          <ac:picMkLst>
            <pc:docMk/>
            <pc:sldMk cId="3095752887" sldId="3766"/>
            <ac:picMk id="20" creationId="{9E931115-112F-346A-40A6-894B35C92724}"/>
          </ac:picMkLst>
        </pc:picChg>
      </pc:sldChg>
      <pc:sldChg chg="modSp mod">
        <pc:chgData name="Ernst Christiaan OSINGA" userId="5e84788a-dfd7-4f91-9523-4c530f2a83d5" providerId="ADAL" clId="{62BB5EDD-1EC8-43FA-ADE7-8E1152B69F81}" dt="2026-09-29T10:33:00.093" v="3369" actId="1076"/>
        <pc:sldMkLst>
          <pc:docMk/>
          <pc:sldMk cId="2603233197" sldId="3768"/>
        </pc:sldMkLst>
        <pc:spChg chg="mod">
          <ac:chgData name="Ernst Christiaan OSINGA" userId="5e84788a-dfd7-4f91-9523-4c530f2a83d5" providerId="ADAL" clId="{62BB5EDD-1EC8-43FA-ADE7-8E1152B69F81}" dt="2026-09-29T10:32:54.795" v="3368" actId="13926"/>
          <ac:spMkLst>
            <pc:docMk/>
            <pc:sldMk cId="2603233197" sldId="3768"/>
            <ac:spMk id="3" creationId="{4575D513-2950-9624-D459-4D6A571F5FF5}"/>
          </ac:spMkLst>
        </pc:spChg>
        <pc:spChg chg="mod">
          <ac:chgData name="Ernst Christiaan OSINGA" userId="5e84788a-dfd7-4f91-9523-4c530f2a83d5" providerId="ADAL" clId="{62BB5EDD-1EC8-43FA-ADE7-8E1152B69F81}" dt="2026-09-29T10:33:00.093" v="3369" actId="1076"/>
          <ac:spMkLst>
            <pc:docMk/>
            <pc:sldMk cId="2603233197" sldId="3768"/>
            <ac:spMk id="10" creationId="{8D22F85F-8924-C843-D80B-35F0C76F00AE}"/>
          </ac:spMkLst>
        </pc:spChg>
      </pc:sldChg>
      <pc:sldChg chg="addSp delSp modSp mod">
        <pc:chgData name="Ernst Christiaan OSINGA" userId="5e84788a-dfd7-4f91-9523-4c530f2a83d5" providerId="ADAL" clId="{62BB5EDD-1EC8-43FA-ADE7-8E1152B69F81}" dt="2026-09-27T19:38:54.889" v="175" actId="931"/>
        <pc:sldMkLst>
          <pc:docMk/>
          <pc:sldMk cId="2101866209" sldId="3818"/>
        </pc:sldMkLst>
        <pc:spChg chg="add mod">
          <ac:chgData name="Ernst Christiaan OSINGA" userId="5e84788a-dfd7-4f91-9523-4c530f2a83d5" providerId="ADAL" clId="{62BB5EDD-1EC8-43FA-ADE7-8E1152B69F81}" dt="2026-09-27T19:35:10.444" v="111" actId="20577"/>
          <ac:spMkLst>
            <pc:docMk/>
            <pc:sldMk cId="2101866209" sldId="3818"/>
            <ac:spMk id="4" creationId="{695954DB-76E0-2CB4-E7C9-52E092EC1178}"/>
          </ac:spMkLst>
        </pc:spChg>
        <pc:picChg chg="add mod">
          <ac:chgData name="Ernst Christiaan OSINGA" userId="5e84788a-dfd7-4f91-9523-4c530f2a83d5" providerId="ADAL" clId="{62BB5EDD-1EC8-43FA-ADE7-8E1152B69F81}" dt="2026-09-27T19:38:54.889" v="175" actId="931"/>
          <ac:picMkLst>
            <pc:docMk/>
            <pc:sldMk cId="2101866209" sldId="3818"/>
            <ac:picMk id="7" creationId="{A9AE2C80-9951-02F8-E705-2F4066695B13}"/>
          </ac:picMkLst>
        </pc:picChg>
      </pc:sldChg>
      <pc:sldChg chg="addSp delSp modSp mod">
        <pc:chgData name="Ernst Christiaan OSINGA" userId="5e84788a-dfd7-4f91-9523-4c530f2a83d5" providerId="ADAL" clId="{62BB5EDD-1EC8-43FA-ADE7-8E1152B69F81}" dt="2026-09-29T13:23:39.403" v="3686" actId="14100"/>
        <pc:sldMkLst>
          <pc:docMk/>
          <pc:sldMk cId="3384636798" sldId="3832"/>
        </pc:sldMkLst>
        <pc:spChg chg="mod">
          <ac:chgData name="Ernst Christiaan OSINGA" userId="5e84788a-dfd7-4f91-9523-4c530f2a83d5" providerId="ADAL" clId="{62BB5EDD-1EC8-43FA-ADE7-8E1152B69F81}" dt="2026-09-27T20:07:01.759" v="501" actId="20577"/>
          <ac:spMkLst>
            <pc:docMk/>
            <pc:sldMk cId="3384636798" sldId="3832"/>
            <ac:spMk id="2" creationId="{6562CA1C-EF56-F18F-1E03-F6BB0BBE4FCE}"/>
          </ac:spMkLst>
        </pc:spChg>
        <pc:spChg chg="mod">
          <ac:chgData name="Ernst Christiaan OSINGA" userId="5e84788a-dfd7-4f91-9523-4c530f2a83d5" providerId="ADAL" clId="{62BB5EDD-1EC8-43FA-ADE7-8E1152B69F81}" dt="2026-09-29T13:20:42.785" v="3680" actId="20577"/>
          <ac:spMkLst>
            <pc:docMk/>
            <pc:sldMk cId="3384636798" sldId="3832"/>
            <ac:spMk id="3" creationId="{E2FB46DF-9703-19C3-A06E-277A7AC90225}"/>
          </ac:spMkLst>
        </pc:spChg>
        <pc:picChg chg="add mod">
          <ac:chgData name="Ernst Christiaan OSINGA" userId="5e84788a-dfd7-4f91-9523-4c530f2a83d5" providerId="ADAL" clId="{62BB5EDD-1EC8-43FA-ADE7-8E1152B69F81}" dt="2026-09-29T13:23:39.403" v="3686" actId="14100"/>
          <ac:picMkLst>
            <pc:docMk/>
            <pc:sldMk cId="3384636798" sldId="3832"/>
            <ac:picMk id="6" creationId="{9B8CA02A-F069-F2DA-8F6C-71B65BC5A03E}"/>
          </ac:picMkLst>
        </pc:picChg>
      </pc:sldChg>
      <pc:sldChg chg="addSp delSp modSp mod">
        <pc:chgData name="Ernst Christiaan OSINGA" userId="5e84788a-dfd7-4f91-9523-4c530f2a83d5" providerId="ADAL" clId="{62BB5EDD-1EC8-43FA-ADE7-8E1152B69F81}" dt="2026-09-27T19:46:25.234" v="194" actId="931"/>
        <pc:sldMkLst>
          <pc:docMk/>
          <pc:sldMk cId="82213634" sldId="3839"/>
        </pc:sldMkLst>
        <pc:spChg chg="mod">
          <ac:chgData name="Ernst Christiaan OSINGA" userId="5e84788a-dfd7-4f91-9523-4c530f2a83d5" providerId="ADAL" clId="{62BB5EDD-1EC8-43FA-ADE7-8E1152B69F81}" dt="2026-09-27T19:33:06.642" v="97" actId="20577"/>
          <ac:spMkLst>
            <pc:docMk/>
            <pc:sldMk cId="82213634" sldId="3839"/>
            <ac:spMk id="4" creationId="{3B3136DA-2059-A650-021C-7D5645009E1D}"/>
          </ac:spMkLst>
        </pc:spChg>
        <pc:picChg chg="add mod">
          <ac:chgData name="Ernst Christiaan OSINGA" userId="5e84788a-dfd7-4f91-9523-4c530f2a83d5" providerId="ADAL" clId="{62BB5EDD-1EC8-43FA-ADE7-8E1152B69F81}" dt="2026-09-27T19:46:25.234" v="194" actId="931"/>
          <ac:picMkLst>
            <pc:docMk/>
            <pc:sldMk cId="82213634" sldId="3839"/>
            <ac:picMk id="6" creationId="{3A91A031-0447-9AF3-7170-4E975F183C54}"/>
          </ac:picMkLst>
        </pc:picChg>
      </pc:sldChg>
      <pc:sldChg chg="addSp delSp modSp mod">
        <pc:chgData name="Ernst Christiaan OSINGA" userId="5e84788a-dfd7-4f91-9523-4c530f2a83d5" providerId="ADAL" clId="{62BB5EDD-1EC8-43FA-ADE7-8E1152B69F81}" dt="2026-10-01T20:28:26.736" v="5978" actId="20577"/>
        <pc:sldMkLst>
          <pc:docMk/>
          <pc:sldMk cId="952101814" sldId="3841"/>
        </pc:sldMkLst>
        <pc:spChg chg="mod">
          <ac:chgData name="Ernst Christiaan OSINGA" userId="5e84788a-dfd7-4f91-9523-4c530f2a83d5" providerId="ADAL" clId="{62BB5EDD-1EC8-43FA-ADE7-8E1152B69F81}" dt="2026-09-27T20:16:25.509" v="792" actId="20577"/>
          <ac:spMkLst>
            <pc:docMk/>
            <pc:sldMk cId="952101814" sldId="3841"/>
            <ac:spMk id="2" creationId="{77D8BC28-EB53-3E3F-961B-561D2DB88CAD}"/>
          </ac:spMkLst>
        </pc:spChg>
        <pc:spChg chg="mod">
          <ac:chgData name="Ernst Christiaan OSINGA" userId="5e84788a-dfd7-4f91-9523-4c530f2a83d5" providerId="ADAL" clId="{62BB5EDD-1EC8-43FA-ADE7-8E1152B69F81}" dt="2026-10-01T20:28:26.736" v="5978" actId="20577"/>
          <ac:spMkLst>
            <pc:docMk/>
            <pc:sldMk cId="952101814" sldId="3841"/>
            <ac:spMk id="3" creationId="{8DCE4B96-254C-F84D-FC86-5F41BFF6C362}"/>
          </ac:spMkLst>
        </pc:spChg>
        <pc:spChg chg="add mod">
          <ac:chgData name="Ernst Christiaan OSINGA" userId="5e84788a-dfd7-4f91-9523-4c530f2a83d5" providerId="ADAL" clId="{62BB5EDD-1EC8-43FA-ADE7-8E1152B69F81}" dt="2026-09-29T09:40:41.547" v="2589" actId="1076"/>
          <ac:spMkLst>
            <pc:docMk/>
            <pc:sldMk cId="952101814" sldId="3841"/>
            <ac:spMk id="6" creationId="{9BD66AE1-F55B-4E47-1BFE-4ACA41B5710F}"/>
          </ac:spMkLst>
        </pc:spChg>
      </pc:sldChg>
      <pc:sldChg chg="addSp delSp modSp add mod">
        <pc:chgData name="Ernst Christiaan OSINGA" userId="5e84788a-dfd7-4f91-9523-4c530f2a83d5" providerId="ADAL" clId="{62BB5EDD-1EC8-43FA-ADE7-8E1152B69F81}" dt="2026-09-27T19:48:47.590" v="200" actId="931"/>
        <pc:sldMkLst>
          <pc:docMk/>
          <pc:sldMk cId="3742733780" sldId="3842"/>
        </pc:sldMkLst>
        <pc:spChg chg="mod">
          <ac:chgData name="Ernst Christiaan OSINGA" userId="5e84788a-dfd7-4f91-9523-4c530f2a83d5" providerId="ADAL" clId="{62BB5EDD-1EC8-43FA-ADE7-8E1152B69F81}" dt="2026-09-27T19:36:33.069" v="173" actId="20577"/>
          <ac:spMkLst>
            <pc:docMk/>
            <pc:sldMk cId="3742733780" sldId="3842"/>
            <ac:spMk id="4" creationId="{AA18CDF6-23EB-677E-E376-5351A220C6B3}"/>
          </ac:spMkLst>
        </pc:spChg>
        <pc:spChg chg="add mod">
          <ac:chgData name="Ernst Christiaan OSINGA" userId="5e84788a-dfd7-4f91-9523-4c530f2a83d5" providerId="ADAL" clId="{62BB5EDD-1EC8-43FA-ADE7-8E1152B69F81}" dt="2026-09-27T19:48:17.311" v="198" actId="931"/>
          <ac:spMkLst>
            <pc:docMk/>
            <pc:sldMk cId="3742733780" sldId="3842"/>
            <ac:spMk id="8" creationId="{BA83ABE0-1658-1546-4DBF-E3693E87843C}"/>
          </ac:spMkLst>
        </pc:spChg>
        <pc:spChg chg="add mod">
          <ac:chgData name="Ernst Christiaan OSINGA" userId="5e84788a-dfd7-4f91-9523-4c530f2a83d5" providerId="ADAL" clId="{62BB5EDD-1EC8-43FA-ADE7-8E1152B69F81}" dt="2026-09-27T19:48:47.590" v="200" actId="931"/>
          <ac:spMkLst>
            <pc:docMk/>
            <pc:sldMk cId="3742733780" sldId="3842"/>
            <ac:spMk id="12" creationId="{DE4558D0-127D-4B71-63B8-2FE567F5205C}"/>
          </ac:spMkLst>
        </pc:spChg>
        <pc:picChg chg="add mod">
          <ac:chgData name="Ernst Christiaan OSINGA" userId="5e84788a-dfd7-4f91-9523-4c530f2a83d5" providerId="ADAL" clId="{62BB5EDD-1EC8-43FA-ADE7-8E1152B69F81}" dt="2026-09-27T19:48:47.590" v="200" actId="931"/>
          <ac:picMkLst>
            <pc:docMk/>
            <pc:sldMk cId="3742733780" sldId="3842"/>
            <ac:picMk id="11" creationId="{D7324DB9-2865-2226-566C-658120C0858E}"/>
          </ac:picMkLst>
        </pc:picChg>
      </pc:sldChg>
      <pc:sldChg chg="addSp delSp modSp add mod modAnim">
        <pc:chgData name="Ernst Christiaan OSINGA" userId="5e84788a-dfd7-4f91-9523-4c530f2a83d5" providerId="ADAL" clId="{62BB5EDD-1EC8-43FA-ADE7-8E1152B69F81}" dt="2026-10-01T20:31:32.291" v="6013"/>
        <pc:sldMkLst>
          <pc:docMk/>
          <pc:sldMk cId="4278945882" sldId="3843"/>
        </pc:sldMkLst>
        <pc:spChg chg="mod">
          <ac:chgData name="Ernst Christiaan OSINGA" userId="5e84788a-dfd7-4f91-9523-4c530f2a83d5" providerId="ADAL" clId="{62BB5EDD-1EC8-43FA-ADE7-8E1152B69F81}" dt="2026-09-27T20:20:10.994" v="852" actId="20577"/>
          <ac:spMkLst>
            <pc:docMk/>
            <pc:sldMk cId="4278945882" sldId="3843"/>
            <ac:spMk id="2" creationId="{F103992F-888F-B109-5415-E5A5168E3B8B}"/>
          </ac:spMkLst>
        </pc:spChg>
        <pc:spChg chg="mod">
          <ac:chgData name="Ernst Christiaan OSINGA" userId="5e84788a-dfd7-4f91-9523-4c530f2a83d5" providerId="ADAL" clId="{62BB5EDD-1EC8-43FA-ADE7-8E1152B69F81}" dt="2026-10-01T19:54:54.021" v="5473" actId="20577"/>
          <ac:spMkLst>
            <pc:docMk/>
            <pc:sldMk cId="4278945882" sldId="3843"/>
            <ac:spMk id="3" creationId="{A4CFD776-CCE8-39CD-AA7F-FE0A386C5D04}"/>
          </ac:spMkLst>
        </pc:spChg>
        <pc:spChg chg="add mod">
          <ac:chgData name="Ernst Christiaan OSINGA" userId="5e84788a-dfd7-4f91-9523-4c530f2a83d5" providerId="ADAL" clId="{62BB5EDD-1EC8-43FA-ADE7-8E1152B69F81}" dt="2026-10-01T19:54:42.519" v="5453" actId="1076"/>
          <ac:spMkLst>
            <pc:docMk/>
            <pc:sldMk cId="4278945882" sldId="3843"/>
            <ac:spMk id="6" creationId="{433103F6-BEEF-21B0-F834-320182F64874}"/>
          </ac:spMkLst>
        </pc:spChg>
        <pc:spChg chg="add mod">
          <ac:chgData name="Ernst Christiaan OSINGA" userId="5e84788a-dfd7-4f91-9523-4c530f2a83d5" providerId="ADAL" clId="{62BB5EDD-1EC8-43FA-ADE7-8E1152B69F81}" dt="2026-10-01T19:55:00.974" v="5474" actId="1076"/>
          <ac:spMkLst>
            <pc:docMk/>
            <pc:sldMk cId="4278945882" sldId="3843"/>
            <ac:spMk id="8" creationId="{16D6D804-EEAC-C6F8-6C20-3D69421F3EEE}"/>
          </ac:spMkLst>
        </pc:spChg>
      </pc:sldChg>
      <pc:sldChg chg="modSp new mod">
        <pc:chgData name="Ernst Christiaan OSINGA" userId="5e84788a-dfd7-4f91-9523-4c530f2a83d5" providerId="ADAL" clId="{62BB5EDD-1EC8-43FA-ADE7-8E1152B69F81}" dt="2026-09-29T08:26:39.662" v="1137" actId="255"/>
        <pc:sldMkLst>
          <pc:docMk/>
          <pc:sldMk cId="2817835024" sldId="3844"/>
        </pc:sldMkLst>
        <pc:spChg chg="mod">
          <ac:chgData name="Ernst Christiaan OSINGA" userId="5e84788a-dfd7-4f91-9523-4c530f2a83d5" providerId="ADAL" clId="{62BB5EDD-1EC8-43FA-ADE7-8E1152B69F81}" dt="2026-09-29T08:13:34.718" v="880" actId="255"/>
          <ac:spMkLst>
            <pc:docMk/>
            <pc:sldMk cId="2817835024" sldId="3844"/>
            <ac:spMk id="2" creationId="{71323484-4572-4FF7-2ECC-36E51BA6D230}"/>
          </ac:spMkLst>
        </pc:spChg>
        <pc:spChg chg="mod">
          <ac:chgData name="Ernst Christiaan OSINGA" userId="5e84788a-dfd7-4f91-9523-4c530f2a83d5" providerId="ADAL" clId="{62BB5EDD-1EC8-43FA-ADE7-8E1152B69F81}" dt="2026-09-29T08:26:39.662" v="1137" actId="255"/>
          <ac:spMkLst>
            <pc:docMk/>
            <pc:sldMk cId="2817835024" sldId="3844"/>
            <ac:spMk id="3" creationId="{55CCAB1C-0541-B414-2BC1-D4B870A6C15F}"/>
          </ac:spMkLst>
        </pc:spChg>
      </pc:sldChg>
      <pc:sldChg chg="addSp delSp modSp new mod">
        <pc:chgData name="Ernst Christiaan OSINGA" userId="5e84788a-dfd7-4f91-9523-4c530f2a83d5" providerId="ADAL" clId="{62BB5EDD-1EC8-43FA-ADE7-8E1152B69F81}" dt="2026-09-29T08:40:19.702" v="1223" actId="1076"/>
        <pc:sldMkLst>
          <pc:docMk/>
          <pc:sldMk cId="4131350489" sldId="3845"/>
        </pc:sldMkLst>
        <pc:spChg chg="mod">
          <ac:chgData name="Ernst Christiaan OSINGA" userId="5e84788a-dfd7-4f91-9523-4c530f2a83d5" providerId="ADAL" clId="{62BB5EDD-1EC8-43FA-ADE7-8E1152B69F81}" dt="2026-09-29T08:28:33.425" v="1186" actId="255"/>
          <ac:spMkLst>
            <pc:docMk/>
            <pc:sldMk cId="4131350489" sldId="3845"/>
            <ac:spMk id="2" creationId="{363C48DA-E48F-8E01-B6B5-2F7EF0F3A13C}"/>
          </ac:spMkLst>
        </pc:spChg>
        <pc:spChg chg="mod">
          <ac:chgData name="Ernst Christiaan OSINGA" userId="5e84788a-dfd7-4f91-9523-4c530f2a83d5" providerId="ADAL" clId="{62BB5EDD-1EC8-43FA-ADE7-8E1152B69F81}" dt="2026-09-29T08:39:01.687" v="1217" actId="26606"/>
          <ac:spMkLst>
            <pc:docMk/>
            <pc:sldMk cId="4131350489" sldId="3845"/>
            <ac:spMk id="3" creationId="{746A4074-5726-1B62-8A9C-97F8FC5DBB1D}"/>
          </ac:spMkLst>
        </pc:spChg>
        <pc:picChg chg="add mod">
          <ac:chgData name="Ernst Christiaan OSINGA" userId="5e84788a-dfd7-4f91-9523-4c530f2a83d5" providerId="ADAL" clId="{62BB5EDD-1EC8-43FA-ADE7-8E1152B69F81}" dt="2026-09-29T08:40:19.702" v="1223" actId="1076"/>
          <ac:picMkLst>
            <pc:docMk/>
            <pc:sldMk cId="4131350489" sldId="3845"/>
            <ac:picMk id="6" creationId="{00000000-0000-0000-0000-000000000000}"/>
          </ac:picMkLst>
        </pc:picChg>
      </pc:sldChg>
      <pc:sldChg chg="addSp modSp new mod ord modAnim">
        <pc:chgData name="Ernst Christiaan OSINGA" userId="5e84788a-dfd7-4f91-9523-4c530f2a83d5" providerId="ADAL" clId="{62BB5EDD-1EC8-43FA-ADE7-8E1152B69F81}" dt="2026-09-29T08:45:07.206" v="1576" actId="1076"/>
        <pc:sldMkLst>
          <pc:docMk/>
          <pc:sldMk cId="37116208" sldId="3846"/>
        </pc:sldMkLst>
        <pc:spChg chg="mod">
          <ac:chgData name="Ernst Christiaan OSINGA" userId="5e84788a-dfd7-4f91-9523-4c530f2a83d5" providerId="ADAL" clId="{62BB5EDD-1EC8-43FA-ADE7-8E1152B69F81}" dt="2026-09-29T08:38:05.840" v="1211" actId="20577"/>
          <ac:spMkLst>
            <pc:docMk/>
            <pc:sldMk cId="37116208" sldId="3846"/>
            <ac:spMk id="2" creationId="{E934946D-9417-B836-A9A9-AEFEDB746D1F}"/>
          </ac:spMkLst>
        </pc:spChg>
        <pc:spChg chg="mod">
          <ac:chgData name="Ernst Christiaan OSINGA" userId="5e84788a-dfd7-4f91-9523-4c530f2a83d5" providerId="ADAL" clId="{62BB5EDD-1EC8-43FA-ADE7-8E1152B69F81}" dt="2026-09-29T08:45:01.746" v="1575" actId="255"/>
          <ac:spMkLst>
            <pc:docMk/>
            <pc:sldMk cId="37116208" sldId="3846"/>
            <ac:spMk id="3" creationId="{53A11CA3-B74F-A8F4-B1C9-8F45947AB5F6}"/>
          </ac:spMkLst>
        </pc:spChg>
        <pc:spChg chg="add mod">
          <ac:chgData name="Ernst Christiaan OSINGA" userId="5e84788a-dfd7-4f91-9523-4c530f2a83d5" providerId="ADAL" clId="{62BB5EDD-1EC8-43FA-ADE7-8E1152B69F81}" dt="2026-09-29T08:43:51.483" v="1553" actId="164"/>
          <ac:spMkLst>
            <pc:docMk/>
            <pc:sldMk cId="37116208" sldId="3846"/>
            <ac:spMk id="7" creationId="{59320985-DA87-F6BC-6256-5412BF501D4F}"/>
          </ac:spMkLst>
        </pc:spChg>
        <pc:spChg chg="add mod">
          <ac:chgData name="Ernst Christiaan OSINGA" userId="5e84788a-dfd7-4f91-9523-4c530f2a83d5" providerId="ADAL" clId="{62BB5EDD-1EC8-43FA-ADE7-8E1152B69F81}" dt="2026-09-29T08:45:07.206" v="1576" actId="1076"/>
          <ac:spMkLst>
            <pc:docMk/>
            <pc:sldMk cId="37116208" sldId="3846"/>
            <ac:spMk id="9" creationId="{F7986EB9-542E-C343-51C9-8A69449F8582}"/>
          </ac:spMkLst>
        </pc:spChg>
        <pc:grpChg chg="add mod">
          <ac:chgData name="Ernst Christiaan OSINGA" userId="5e84788a-dfd7-4f91-9523-4c530f2a83d5" providerId="ADAL" clId="{62BB5EDD-1EC8-43FA-ADE7-8E1152B69F81}" dt="2026-09-29T08:43:53.879" v="1554" actId="1076"/>
          <ac:grpSpMkLst>
            <pc:docMk/>
            <pc:sldMk cId="37116208" sldId="3846"/>
            <ac:grpSpMk id="8" creationId="{3ACA1AE0-5D10-C135-5D9D-5BDE17BD1E38}"/>
          </ac:grpSpMkLst>
        </pc:grpChg>
        <pc:picChg chg="add mod">
          <ac:chgData name="Ernst Christiaan OSINGA" userId="5e84788a-dfd7-4f91-9523-4c530f2a83d5" providerId="ADAL" clId="{62BB5EDD-1EC8-43FA-ADE7-8E1152B69F81}" dt="2026-09-29T08:43:51.483" v="1553" actId="164"/>
          <ac:picMkLst>
            <pc:docMk/>
            <pc:sldMk cId="37116208" sldId="3846"/>
            <ac:picMk id="6" creationId="{07A935CC-9308-EA6C-D817-7F74995CE8BF}"/>
          </ac:picMkLst>
        </pc:picChg>
      </pc:sldChg>
      <pc:sldChg chg="addSp delSp modSp new mod">
        <pc:chgData name="Ernst Christiaan OSINGA" userId="5e84788a-dfd7-4f91-9523-4c530f2a83d5" providerId="ADAL" clId="{62BB5EDD-1EC8-43FA-ADE7-8E1152B69F81}" dt="2026-10-01T20:18:05.066" v="5925" actId="20577"/>
        <pc:sldMkLst>
          <pc:docMk/>
          <pc:sldMk cId="1073209938" sldId="3847"/>
        </pc:sldMkLst>
        <pc:spChg chg="mod">
          <ac:chgData name="Ernst Christiaan OSINGA" userId="5e84788a-dfd7-4f91-9523-4c530f2a83d5" providerId="ADAL" clId="{62BB5EDD-1EC8-43FA-ADE7-8E1152B69F81}" dt="2026-09-29T08:50:09.452" v="1669" actId="255"/>
          <ac:spMkLst>
            <pc:docMk/>
            <pc:sldMk cId="1073209938" sldId="3847"/>
            <ac:spMk id="2" creationId="{66B31683-FBAE-53E3-A91E-1D009AA261AA}"/>
          </ac:spMkLst>
        </pc:spChg>
        <pc:graphicFrameChg chg="add mod modGraphic">
          <ac:chgData name="Ernst Christiaan OSINGA" userId="5e84788a-dfd7-4f91-9523-4c530f2a83d5" providerId="ADAL" clId="{62BB5EDD-1EC8-43FA-ADE7-8E1152B69F81}" dt="2026-10-01T20:18:05.066" v="5925" actId="20577"/>
          <ac:graphicFrameMkLst>
            <pc:docMk/>
            <pc:sldMk cId="1073209938" sldId="3847"/>
            <ac:graphicFrameMk id="5" creationId="{5D1587D4-81FA-B3BB-98DB-54AF84802C2E}"/>
          </ac:graphicFrameMkLst>
        </pc:graphicFrameChg>
      </pc:sldChg>
      <pc:sldChg chg="addSp modSp new mod">
        <pc:chgData name="Ernst Christiaan OSINGA" userId="5e84788a-dfd7-4f91-9523-4c530f2a83d5" providerId="ADAL" clId="{62BB5EDD-1EC8-43FA-ADE7-8E1152B69F81}" dt="2026-09-29T13:14:08.549" v="3533" actId="1035"/>
        <pc:sldMkLst>
          <pc:docMk/>
          <pc:sldMk cId="2274901656" sldId="3849"/>
        </pc:sldMkLst>
        <pc:spChg chg="mod">
          <ac:chgData name="Ernst Christiaan OSINGA" userId="5e84788a-dfd7-4f91-9523-4c530f2a83d5" providerId="ADAL" clId="{62BB5EDD-1EC8-43FA-ADE7-8E1152B69F81}" dt="2026-09-29T08:52:26.881" v="1713" actId="255"/>
          <ac:spMkLst>
            <pc:docMk/>
            <pc:sldMk cId="2274901656" sldId="3849"/>
            <ac:spMk id="2" creationId="{DAAE6DA5-92F1-174F-4769-047773DFA830}"/>
          </ac:spMkLst>
        </pc:spChg>
        <pc:spChg chg="mod">
          <ac:chgData name="Ernst Christiaan OSINGA" userId="5e84788a-dfd7-4f91-9523-4c530f2a83d5" providerId="ADAL" clId="{62BB5EDD-1EC8-43FA-ADE7-8E1152B69F81}" dt="2026-09-29T13:13:38.233" v="3529" actId="20577"/>
          <ac:spMkLst>
            <pc:docMk/>
            <pc:sldMk cId="2274901656" sldId="3849"/>
            <ac:spMk id="3" creationId="{4FA1FE80-8BC4-1F8F-74D8-069779F450A4}"/>
          </ac:spMkLst>
        </pc:spChg>
        <pc:picChg chg="add mod modCrop">
          <ac:chgData name="Ernst Christiaan OSINGA" userId="5e84788a-dfd7-4f91-9523-4c530f2a83d5" providerId="ADAL" clId="{62BB5EDD-1EC8-43FA-ADE7-8E1152B69F81}" dt="2026-09-29T13:14:08.549" v="3533" actId="1035"/>
          <ac:picMkLst>
            <pc:docMk/>
            <pc:sldMk cId="2274901656" sldId="3849"/>
            <ac:picMk id="5" creationId="{502CF16B-D945-C3D0-DC5C-EA27DD06D098}"/>
          </ac:picMkLst>
        </pc:picChg>
      </pc:sldChg>
      <pc:sldChg chg="addSp modSp new mod">
        <pc:chgData name="Ernst Christiaan OSINGA" userId="5e84788a-dfd7-4f91-9523-4c530f2a83d5" providerId="ADAL" clId="{62BB5EDD-1EC8-43FA-ADE7-8E1152B69F81}" dt="2026-09-29T09:08:37.226" v="1921" actId="1076"/>
        <pc:sldMkLst>
          <pc:docMk/>
          <pc:sldMk cId="1814974874" sldId="3850"/>
        </pc:sldMkLst>
        <pc:spChg chg="mod">
          <ac:chgData name="Ernst Christiaan OSINGA" userId="5e84788a-dfd7-4f91-9523-4c530f2a83d5" providerId="ADAL" clId="{62BB5EDD-1EC8-43FA-ADE7-8E1152B69F81}" dt="2026-09-29T08:53:57.018" v="1751" actId="20577"/>
          <ac:spMkLst>
            <pc:docMk/>
            <pc:sldMk cId="1814974874" sldId="3850"/>
            <ac:spMk id="2" creationId="{98A8A191-A609-3626-7911-C1C22602FCA1}"/>
          </ac:spMkLst>
        </pc:spChg>
        <pc:spChg chg="mod">
          <ac:chgData name="Ernst Christiaan OSINGA" userId="5e84788a-dfd7-4f91-9523-4c530f2a83d5" providerId="ADAL" clId="{62BB5EDD-1EC8-43FA-ADE7-8E1152B69F81}" dt="2026-09-29T09:05:56.770" v="1903" actId="20577"/>
          <ac:spMkLst>
            <pc:docMk/>
            <pc:sldMk cId="1814974874" sldId="3850"/>
            <ac:spMk id="3" creationId="{99D3FF2E-648C-EF1F-0CEA-FDC2630D5C55}"/>
          </ac:spMkLst>
        </pc:spChg>
        <pc:spChg chg="add mod">
          <ac:chgData name="Ernst Christiaan OSINGA" userId="5e84788a-dfd7-4f91-9523-4c530f2a83d5" providerId="ADAL" clId="{62BB5EDD-1EC8-43FA-ADE7-8E1152B69F81}" dt="2026-09-29T09:08:14.100" v="1909" actId="1076"/>
          <ac:spMkLst>
            <pc:docMk/>
            <pc:sldMk cId="1814974874" sldId="3850"/>
            <ac:spMk id="6" creationId="{17D5BEA7-DEE7-CCA7-7121-8CD330DD673F}"/>
          </ac:spMkLst>
        </pc:spChg>
        <pc:spChg chg="add mod">
          <ac:chgData name="Ernst Christiaan OSINGA" userId="5e84788a-dfd7-4f91-9523-4c530f2a83d5" providerId="ADAL" clId="{62BB5EDD-1EC8-43FA-ADE7-8E1152B69F81}" dt="2026-09-29T09:08:37.226" v="1921" actId="1076"/>
          <ac:spMkLst>
            <pc:docMk/>
            <pc:sldMk cId="1814974874" sldId="3850"/>
            <ac:spMk id="9" creationId="{2AFA61FD-3998-7F81-924C-63006274588A}"/>
          </ac:spMkLst>
        </pc:spChg>
        <pc:picChg chg="add mod">
          <ac:chgData name="Ernst Christiaan OSINGA" userId="5e84788a-dfd7-4f91-9523-4c530f2a83d5" providerId="ADAL" clId="{62BB5EDD-1EC8-43FA-ADE7-8E1152B69F81}" dt="2026-09-29T09:08:07.110" v="1907" actId="1076"/>
          <ac:picMkLst>
            <pc:docMk/>
            <pc:sldMk cId="1814974874" sldId="3850"/>
            <ac:picMk id="8" creationId="{9B74856B-E869-9A71-A253-E0E17A5F780C}"/>
          </ac:picMkLst>
        </pc:picChg>
      </pc:sldChg>
      <pc:sldChg chg="addSp delSp modSp new mod">
        <pc:chgData name="Ernst Christiaan OSINGA" userId="5e84788a-dfd7-4f91-9523-4c530f2a83d5" providerId="ADAL" clId="{62BB5EDD-1EC8-43FA-ADE7-8E1152B69F81}" dt="2026-09-29T09:23:23.337" v="2283" actId="114"/>
        <pc:sldMkLst>
          <pc:docMk/>
          <pc:sldMk cId="1117134648" sldId="3851"/>
        </pc:sldMkLst>
        <pc:spChg chg="mod">
          <ac:chgData name="Ernst Christiaan OSINGA" userId="5e84788a-dfd7-4f91-9523-4c530f2a83d5" providerId="ADAL" clId="{62BB5EDD-1EC8-43FA-ADE7-8E1152B69F81}" dt="2026-09-29T09:08:45.499" v="1922" actId="255"/>
          <ac:spMkLst>
            <pc:docMk/>
            <pc:sldMk cId="1117134648" sldId="3851"/>
            <ac:spMk id="2" creationId="{CA9F2114-E539-20FE-59EC-536567FAB7E9}"/>
          </ac:spMkLst>
        </pc:spChg>
        <pc:spChg chg="add del mod">
          <ac:chgData name="Ernst Christiaan OSINGA" userId="5e84788a-dfd7-4f91-9523-4c530f2a83d5" providerId="ADAL" clId="{62BB5EDD-1EC8-43FA-ADE7-8E1152B69F81}" dt="2026-09-29T09:23:23.337" v="2283" actId="114"/>
          <ac:spMkLst>
            <pc:docMk/>
            <pc:sldMk cId="1117134648" sldId="3851"/>
            <ac:spMk id="3" creationId="{8F237CD6-9E3C-34F0-AB16-6809CFD285E3}"/>
          </ac:spMkLst>
        </pc:spChg>
        <pc:spChg chg="add mod">
          <ac:chgData name="Ernst Christiaan OSINGA" userId="5e84788a-dfd7-4f91-9523-4c530f2a83d5" providerId="ADAL" clId="{62BB5EDD-1EC8-43FA-ADE7-8E1152B69F81}" dt="2026-09-29T09:12:15.993" v="1957" actId="20577"/>
          <ac:spMkLst>
            <pc:docMk/>
            <pc:sldMk cId="1117134648" sldId="3851"/>
            <ac:spMk id="11" creationId="{804BAA32-F420-668D-3078-91AFC1573E6B}"/>
          </ac:spMkLst>
        </pc:spChg>
        <pc:picChg chg="add mod">
          <ac:chgData name="Ernst Christiaan OSINGA" userId="5e84788a-dfd7-4f91-9523-4c530f2a83d5" providerId="ADAL" clId="{62BB5EDD-1EC8-43FA-ADE7-8E1152B69F81}" dt="2026-09-29T09:11:16.946" v="1943" actId="1076"/>
          <ac:picMkLst>
            <pc:docMk/>
            <pc:sldMk cId="1117134648" sldId="3851"/>
            <ac:picMk id="9" creationId="{8352CC7D-6EEA-D5E6-1EC7-1EA4EE913CCB}"/>
          </ac:picMkLst>
        </pc:picChg>
      </pc:sldChg>
      <pc:sldChg chg="addSp modSp new mod">
        <pc:chgData name="Ernst Christiaan OSINGA" userId="5e84788a-dfd7-4f91-9523-4c530f2a83d5" providerId="ADAL" clId="{62BB5EDD-1EC8-43FA-ADE7-8E1152B69F81}" dt="2026-09-29T09:31:34.147" v="2350" actId="1076"/>
        <pc:sldMkLst>
          <pc:docMk/>
          <pc:sldMk cId="754311586" sldId="3852"/>
        </pc:sldMkLst>
        <pc:spChg chg="mod">
          <ac:chgData name="Ernst Christiaan OSINGA" userId="5e84788a-dfd7-4f91-9523-4c530f2a83d5" providerId="ADAL" clId="{62BB5EDD-1EC8-43FA-ADE7-8E1152B69F81}" dt="2026-09-29T09:11:29.252" v="1948" actId="255"/>
          <ac:spMkLst>
            <pc:docMk/>
            <pc:sldMk cId="754311586" sldId="3852"/>
            <ac:spMk id="2" creationId="{513E8AA2-296D-3033-719C-BAAF7C20B9A1}"/>
          </ac:spMkLst>
        </pc:spChg>
        <pc:spChg chg="mod">
          <ac:chgData name="Ernst Christiaan OSINGA" userId="5e84788a-dfd7-4f91-9523-4c530f2a83d5" providerId="ADAL" clId="{62BB5EDD-1EC8-43FA-ADE7-8E1152B69F81}" dt="2026-09-29T09:16:34.262" v="2122" actId="255"/>
          <ac:spMkLst>
            <pc:docMk/>
            <pc:sldMk cId="754311586" sldId="3852"/>
            <ac:spMk id="3" creationId="{4471271B-BE3E-6D6F-F3F7-5B047DAA44BC}"/>
          </ac:spMkLst>
        </pc:spChg>
        <pc:spChg chg="add mod">
          <ac:chgData name="Ernst Christiaan OSINGA" userId="5e84788a-dfd7-4f91-9523-4c530f2a83d5" providerId="ADAL" clId="{62BB5EDD-1EC8-43FA-ADE7-8E1152B69F81}" dt="2026-09-29T09:31:34.147" v="2350" actId="1076"/>
          <ac:spMkLst>
            <pc:docMk/>
            <pc:sldMk cId="754311586" sldId="3852"/>
            <ac:spMk id="8" creationId="{98709BEB-91F4-C034-5568-91F2786D2C99}"/>
          </ac:spMkLst>
        </pc:spChg>
        <pc:picChg chg="add mod">
          <ac:chgData name="Ernst Christiaan OSINGA" userId="5e84788a-dfd7-4f91-9523-4c530f2a83d5" providerId="ADAL" clId="{62BB5EDD-1EC8-43FA-ADE7-8E1152B69F81}" dt="2026-09-29T09:13:01.509" v="1961" actId="1076"/>
          <ac:picMkLst>
            <pc:docMk/>
            <pc:sldMk cId="754311586" sldId="3852"/>
            <ac:picMk id="6" creationId="{1ED2DC3A-D8CA-5132-1DED-64EC24C181B1}"/>
          </ac:picMkLst>
        </pc:picChg>
      </pc:sldChg>
      <pc:sldChg chg="addSp delSp modSp new mod">
        <pc:chgData name="Ernst Christiaan OSINGA" userId="5e84788a-dfd7-4f91-9523-4c530f2a83d5" providerId="ADAL" clId="{62BB5EDD-1EC8-43FA-ADE7-8E1152B69F81}" dt="2026-09-29T13:15:43.341" v="3547" actId="20577"/>
        <pc:sldMkLst>
          <pc:docMk/>
          <pc:sldMk cId="1508876033" sldId="3853"/>
        </pc:sldMkLst>
        <pc:spChg chg="mod">
          <ac:chgData name="Ernst Christiaan OSINGA" userId="5e84788a-dfd7-4f91-9523-4c530f2a83d5" providerId="ADAL" clId="{62BB5EDD-1EC8-43FA-ADE7-8E1152B69F81}" dt="2026-09-29T09:18:58.300" v="2152" actId="255"/>
          <ac:spMkLst>
            <pc:docMk/>
            <pc:sldMk cId="1508876033" sldId="3853"/>
            <ac:spMk id="2" creationId="{FBE676D9-A17F-AD48-E440-62968EF99D64}"/>
          </ac:spMkLst>
        </pc:spChg>
        <pc:spChg chg="mod">
          <ac:chgData name="Ernst Christiaan OSINGA" userId="5e84788a-dfd7-4f91-9523-4c530f2a83d5" providerId="ADAL" clId="{62BB5EDD-1EC8-43FA-ADE7-8E1152B69F81}" dt="2026-09-29T13:15:43.341" v="3547" actId="20577"/>
          <ac:spMkLst>
            <pc:docMk/>
            <pc:sldMk cId="1508876033" sldId="3853"/>
            <ac:spMk id="3" creationId="{A94D1CCA-DEF2-FEB6-EAD9-61DB7ADC134B}"/>
          </ac:spMkLst>
        </pc:spChg>
        <pc:spChg chg="add mod">
          <ac:chgData name="Ernst Christiaan OSINGA" userId="5e84788a-dfd7-4f91-9523-4c530f2a83d5" providerId="ADAL" clId="{62BB5EDD-1EC8-43FA-ADE7-8E1152B69F81}" dt="2026-09-29T09:32:00.018" v="2369" actId="1076"/>
          <ac:spMkLst>
            <pc:docMk/>
            <pc:sldMk cId="1508876033" sldId="3853"/>
            <ac:spMk id="10" creationId="{A144A211-62A5-6D00-BC93-90DF0668412F}"/>
          </ac:spMkLst>
        </pc:spChg>
        <pc:picChg chg="add mod modCrop">
          <ac:chgData name="Ernst Christiaan OSINGA" userId="5e84788a-dfd7-4f91-9523-4c530f2a83d5" providerId="ADAL" clId="{62BB5EDD-1EC8-43FA-ADE7-8E1152B69F81}" dt="2026-09-29T09:19:20.380" v="2157" actId="1076"/>
          <ac:picMkLst>
            <pc:docMk/>
            <pc:sldMk cId="1508876033" sldId="3853"/>
            <ac:picMk id="8" creationId="{BDD5F4C2-C95B-E86F-56ED-BCEC6103F2FA}"/>
          </ac:picMkLst>
        </pc:picChg>
      </pc:sldChg>
      <pc:sldChg chg="addSp modSp new mod">
        <pc:chgData name="Ernst Christiaan OSINGA" userId="5e84788a-dfd7-4f91-9523-4c530f2a83d5" providerId="ADAL" clId="{62BB5EDD-1EC8-43FA-ADE7-8E1152B69F81}" dt="2026-09-29T13:31:30.237" v="3905" actId="1076"/>
        <pc:sldMkLst>
          <pc:docMk/>
          <pc:sldMk cId="3106316413" sldId="3854"/>
        </pc:sldMkLst>
        <pc:spChg chg="mod">
          <ac:chgData name="Ernst Christiaan OSINGA" userId="5e84788a-dfd7-4f91-9523-4c530f2a83d5" providerId="ADAL" clId="{62BB5EDD-1EC8-43FA-ADE7-8E1152B69F81}" dt="2026-09-29T10:12:38.641" v="2904" actId="255"/>
          <ac:spMkLst>
            <pc:docMk/>
            <pc:sldMk cId="3106316413" sldId="3854"/>
            <ac:spMk id="2" creationId="{354CBB67-1B34-0D13-65B7-5D09E0E1EBA2}"/>
          </ac:spMkLst>
        </pc:spChg>
        <pc:spChg chg="mod">
          <ac:chgData name="Ernst Christiaan OSINGA" userId="5e84788a-dfd7-4f91-9523-4c530f2a83d5" providerId="ADAL" clId="{62BB5EDD-1EC8-43FA-ADE7-8E1152B69F81}" dt="2026-09-29T13:29:39.554" v="3840" actId="26606"/>
          <ac:spMkLst>
            <pc:docMk/>
            <pc:sldMk cId="3106316413" sldId="3854"/>
            <ac:spMk id="3" creationId="{29F05C4F-D73B-0269-589E-E754399CA082}"/>
          </ac:spMkLst>
        </pc:spChg>
        <pc:spChg chg="add mod">
          <ac:chgData name="Ernst Christiaan OSINGA" userId="5e84788a-dfd7-4f91-9523-4c530f2a83d5" providerId="ADAL" clId="{62BB5EDD-1EC8-43FA-ADE7-8E1152B69F81}" dt="2026-09-29T13:30:20.831" v="3899" actId="1076"/>
          <ac:spMkLst>
            <pc:docMk/>
            <pc:sldMk cId="3106316413" sldId="3854"/>
            <ac:spMk id="6" creationId="{1D4BA9A6-128B-8B97-6497-108B8305B5A2}"/>
          </ac:spMkLst>
        </pc:spChg>
        <pc:picChg chg="add mod modCrop">
          <ac:chgData name="Ernst Christiaan OSINGA" userId="5e84788a-dfd7-4f91-9523-4c530f2a83d5" providerId="ADAL" clId="{62BB5EDD-1EC8-43FA-ADE7-8E1152B69F81}" dt="2026-09-29T13:31:30.237" v="3905" actId="1076"/>
          <ac:picMkLst>
            <pc:docMk/>
            <pc:sldMk cId="3106316413" sldId="3854"/>
            <ac:picMk id="7" creationId="{00000000-0000-0000-0000-000000000000}"/>
          </ac:picMkLst>
        </pc:picChg>
      </pc:sldChg>
      <pc:sldChg chg="addSp modSp new mod">
        <pc:chgData name="Ernst Christiaan OSINGA" userId="5e84788a-dfd7-4f91-9523-4c530f2a83d5" providerId="ADAL" clId="{62BB5EDD-1EC8-43FA-ADE7-8E1152B69F81}" dt="2026-10-01T20:20:12.926" v="5940" actId="20577"/>
        <pc:sldMkLst>
          <pc:docMk/>
          <pc:sldMk cId="1136015268" sldId="3855"/>
        </pc:sldMkLst>
        <pc:spChg chg="mod">
          <ac:chgData name="Ernst Christiaan OSINGA" userId="5e84788a-dfd7-4f91-9523-4c530f2a83d5" providerId="ADAL" clId="{62BB5EDD-1EC8-43FA-ADE7-8E1152B69F81}" dt="2026-10-01T20:20:12.926" v="5940" actId="20577"/>
          <ac:spMkLst>
            <pc:docMk/>
            <pc:sldMk cId="1136015268" sldId="3855"/>
            <ac:spMk id="2" creationId="{F6EF8AB8-309C-CF74-DA7F-2D8B62475FDF}"/>
          </ac:spMkLst>
        </pc:spChg>
        <pc:spChg chg="mod">
          <ac:chgData name="Ernst Christiaan OSINGA" userId="5e84788a-dfd7-4f91-9523-4c530f2a83d5" providerId="ADAL" clId="{62BB5EDD-1EC8-43FA-ADE7-8E1152B69F81}" dt="2026-09-29T13:33:12.823" v="3977" actId="255"/>
          <ac:spMkLst>
            <pc:docMk/>
            <pc:sldMk cId="1136015268" sldId="3855"/>
            <ac:spMk id="3" creationId="{F3E411BC-CF73-98C3-F1FF-4A21BD8549AF}"/>
          </ac:spMkLst>
        </pc:spChg>
        <pc:spChg chg="add mod">
          <ac:chgData name="Ernst Christiaan OSINGA" userId="5e84788a-dfd7-4f91-9523-4c530f2a83d5" providerId="ADAL" clId="{62BB5EDD-1EC8-43FA-ADE7-8E1152B69F81}" dt="2026-09-29T13:33:16.971" v="3978" actId="1076"/>
          <ac:spMkLst>
            <pc:docMk/>
            <pc:sldMk cId="1136015268" sldId="3855"/>
            <ac:spMk id="6" creationId="{6CADB306-903A-8674-24E0-5984DB2A3039}"/>
          </ac:spMkLst>
        </pc:spChg>
      </pc:sldChg>
      <pc:sldChg chg="modSp new del mod">
        <pc:chgData name="Ernst Christiaan OSINGA" userId="5e84788a-dfd7-4f91-9523-4c530f2a83d5" providerId="ADAL" clId="{62BB5EDD-1EC8-43FA-ADE7-8E1152B69F81}" dt="2026-10-01T19:26:33.171" v="4278" actId="47"/>
        <pc:sldMkLst>
          <pc:docMk/>
          <pc:sldMk cId="3080057117" sldId="3856"/>
        </pc:sldMkLst>
      </pc:sldChg>
      <pc:sldChg chg="addSp modSp new mod ord">
        <pc:chgData name="Ernst Christiaan OSINGA" userId="5e84788a-dfd7-4f91-9523-4c530f2a83d5" providerId="ADAL" clId="{62BB5EDD-1EC8-43FA-ADE7-8E1152B69F81}" dt="2026-10-01T19:03:15.555" v="4207" actId="20577"/>
        <pc:sldMkLst>
          <pc:docMk/>
          <pc:sldMk cId="2238724809" sldId="3857"/>
        </pc:sldMkLst>
        <pc:spChg chg="mod">
          <ac:chgData name="Ernst Christiaan OSINGA" userId="5e84788a-dfd7-4f91-9523-4c530f2a83d5" providerId="ADAL" clId="{62BB5EDD-1EC8-43FA-ADE7-8E1152B69F81}" dt="2026-09-29T10:08:19.874" v="2819" actId="255"/>
          <ac:spMkLst>
            <pc:docMk/>
            <pc:sldMk cId="2238724809" sldId="3857"/>
            <ac:spMk id="2" creationId="{B6262B1E-6A02-6430-B29D-6F619D807AAB}"/>
          </ac:spMkLst>
        </pc:spChg>
        <pc:spChg chg="mod">
          <ac:chgData name="Ernst Christiaan OSINGA" userId="5e84788a-dfd7-4f91-9523-4c530f2a83d5" providerId="ADAL" clId="{62BB5EDD-1EC8-43FA-ADE7-8E1152B69F81}" dt="2026-10-01T19:03:15.555" v="4207" actId="20577"/>
          <ac:spMkLst>
            <pc:docMk/>
            <pc:sldMk cId="2238724809" sldId="3857"/>
            <ac:spMk id="3" creationId="{B8B248CA-DF01-E21C-E60C-FFA19A20A128}"/>
          </ac:spMkLst>
        </pc:spChg>
        <pc:spChg chg="add mod">
          <ac:chgData name="Ernst Christiaan OSINGA" userId="5e84788a-dfd7-4f91-9523-4c530f2a83d5" providerId="ADAL" clId="{62BB5EDD-1EC8-43FA-ADE7-8E1152B69F81}" dt="2026-09-29T13:19:20.950" v="3621" actId="14100"/>
          <ac:spMkLst>
            <pc:docMk/>
            <pc:sldMk cId="2238724809" sldId="3857"/>
            <ac:spMk id="7" creationId="{A95F75E5-988D-1E01-0E84-95201DDA1442}"/>
          </ac:spMkLst>
        </pc:spChg>
        <pc:picChg chg="add mod">
          <ac:chgData name="Ernst Christiaan OSINGA" userId="5e84788a-dfd7-4f91-9523-4c530f2a83d5" providerId="ADAL" clId="{62BB5EDD-1EC8-43FA-ADE7-8E1152B69F81}" dt="2026-09-29T13:19:56.308" v="3629" actId="1076"/>
          <ac:picMkLst>
            <pc:docMk/>
            <pc:sldMk cId="2238724809" sldId="3857"/>
            <ac:picMk id="6" creationId="{3560DE48-4738-9597-4AE0-D0425ED2D30C}"/>
          </ac:picMkLst>
        </pc:picChg>
      </pc:sldChg>
      <pc:sldChg chg="addSp modSp new mod ord">
        <pc:chgData name="Ernst Christiaan OSINGA" userId="5e84788a-dfd7-4f91-9523-4c530f2a83d5" providerId="ADAL" clId="{62BB5EDD-1EC8-43FA-ADE7-8E1152B69F81}" dt="2026-10-01T20:26:52.408" v="5953" actId="1076"/>
        <pc:sldMkLst>
          <pc:docMk/>
          <pc:sldMk cId="3275818240" sldId="3859"/>
        </pc:sldMkLst>
        <pc:spChg chg="mod">
          <ac:chgData name="Ernst Christiaan OSINGA" userId="5e84788a-dfd7-4f91-9523-4c530f2a83d5" providerId="ADAL" clId="{62BB5EDD-1EC8-43FA-ADE7-8E1152B69F81}" dt="2026-09-29T09:33:35.011" v="2396" actId="255"/>
          <ac:spMkLst>
            <pc:docMk/>
            <pc:sldMk cId="3275818240" sldId="3859"/>
            <ac:spMk id="2" creationId="{1884C620-8789-15D5-951F-85DE69FA4F6C}"/>
          </ac:spMkLst>
        </pc:spChg>
        <pc:spChg chg="mod">
          <ac:chgData name="Ernst Christiaan OSINGA" userId="5e84788a-dfd7-4f91-9523-4c530f2a83d5" providerId="ADAL" clId="{62BB5EDD-1EC8-43FA-ADE7-8E1152B69F81}" dt="2026-10-01T20:26:44.536" v="5952" actId="403"/>
          <ac:spMkLst>
            <pc:docMk/>
            <pc:sldMk cId="3275818240" sldId="3859"/>
            <ac:spMk id="3" creationId="{6048CF23-1EE1-22BB-BCBB-7410488B0C90}"/>
          </ac:spMkLst>
        </pc:spChg>
        <pc:spChg chg="add mod">
          <ac:chgData name="Ernst Christiaan OSINGA" userId="5e84788a-dfd7-4f91-9523-4c530f2a83d5" providerId="ADAL" clId="{62BB5EDD-1EC8-43FA-ADE7-8E1152B69F81}" dt="2026-10-01T20:26:52.408" v="5953" actId="1076"/>
          <ac:spMkLst>
            <pc:docMk/>
            <pc:sldMk cId="3275818240" sldId="3859"/>
            <ac:spMk id="6" creationId="{FE05AAC7-020C-86CB-0151-25573B212931}"/>
          </ac:spMkLst>
        </pc:spChg>
      </pc:sldChg>
      <pc:sldChg chg="addSp modSp new mod ord">
        <pc:chgData name="Ernst Christiaan OSINGA" userId="5e84788a-dfd7-4f91-9523-4c530f2a83d5" providerId="ADAL" clId="{62BB5EDD-1EC8-43FA-ADE7-8E1152B69F81}" dt="2026-09-29T09:32:21.417" v="2391" actId="1076"/>
        <pc:sldMkLst>
          <pc:docMk/>
          <pc:sldMk cId="1317204127" sldId="3861"/>
        </pc:sldMkLst>
        <pc:spChg chg="mod">
          <ac:chgData name="Ernst Christiaan OSINGA" userId="5e84788a-dfd7-4f91-9523-4c530f2a83d5" providerId="ADAL" clId="{62BB5EDD-1EC8-43FA-ADE7-8E1152B69F81}" dt="2026-09-29T09:24:37.255" v="2284" actId="255"/>
          <ac:spMkLst>
            <pc:docMk/>
            <pc:sldMk cId="1317204127" sldId="3861"/>
            <ac:spMk id="2" creationId="{A6A5C9C2-B7DB-A0BB-09B6-E0DF1E9E9CD0}"/>
          </ac:spMkLst>
        </pc:spChg>
        <pc:spChg chg="mod">
          <ac:chgData name="Ernst Christiaan OSINGA" userId="5e84788a-dfd7-4f91-9523-4c530f2a83d5" providerId="ADAL" clId="{62BB5EDD-1EC8-43FA-ADE7-8E1152B69F81}" dt="2026-09-29T09:31:03.028" v="2343" actId="20577"/>
          <ac:spMkLst>
            <pc:docMk/>
            <pc:sldMk cId="1317204127" sldId="3861"/>
            <ac:spMk id="3" creationId="{8FE7068F-B0A0-6BC0-13EE-8375B9AF37F2}"/>
          </ac:spMkLst>
        </pc:spChg>
        <pc:spChg chg="add mod">
          <ac:chgData name="Ernst Christiaan OSINGA" userId="5e84788a-dfd7-4f91-9523-4c530f2a83d5" providerId="ADAL" clId="{62BB5EDD-1EC8-43FA-ADE7-8E1152B69F81}" dt="2026-09-29T09:32:21.417" v="2391" actId="1076"/>
          <ac:spMkLst>
            <pc:docMk/>
            <pc:sldMk cId="1317204127" sldId="3861"/>
            <ac:spMk id="8" creationId="{E5F5FE62-7579-E11E-A236-BC02D706644D}"/>
          </ac:spMkLst>
        </pc:spChg>
        <pc:picChg chg="add mod">
          <ac:chgData name="Ernst Christiaan OSINGA" userId="5e84788a-dfd7-4f91-9523-4c530f2a83d5" providerId="ADAL" clId="{62BB5EDD-1EC8-43FA-ADE7-8E1152B69F81}" dt="2026-09-29T09:31:07.765" v="2345" actId="14100"/>
          <ac:picMkLst>
            <pc:docMk/>
            <pc:sldMk cId="1317204127" sldId="3861"/>
            <ac:picMk id="6" creationId="{2D8B5B6F-DEC6-DD6B-EFC2-7A674DBF7C67}"/>
          </ac:picMkLst>
        </pc:picChg>
      </pc:sldChg>
      <pc:sldChg chg="modSp new mod">
        <pc:chgData name="Ernst Christiaan OSINGA" userId="5e84788a-dfd7-4f91-9523-4c530f2a83d5" providerId="ADAL" clId="{62BB5EDD-1EC8-43FA-ADE7-8E1152B69F81}" dt="2026-10-01T20:26:22.910" v="5951" actId="20577"/>
        <pc:sldMkLst>
          <pc:docMk/>
          <pc:sldMk cId="3476049619" sldId="3862"/>
        </pc:sldMkLst>
        <pc:spChg chg="mod">
          <ac:chgData name="Ernst Christiaan OSINGA" userId="5e84788a-dfd7-4f91-9523-4c530f2a83d5" providerId="ADAL" clId="{62BB5EDD-1EC8-43FA-ADE7-8E1152B69F81}" dt="2026-09-29T09:26:27.123" v="2309" actId="20577"/>
          <ac:spMkLst>
            <pc:docMk/>
            <pc:sldMk cId="3476049619" sldId="3862"/>
            <ac:spMk id="2" creationId="{4DAAAC35-617A-7F34-6322-9BF6E237A2AC}"/>
          </ac:spMkLst>
        </pc:spChg>
        <pc:spChg chg="mod">
          <ac:chgData name="Ernst Christiaan OSINGA" userId="5e84788a-dfd7-4f91-9523-4c530f2a83d5" providerId="ADAL" clId="{62BB5EDD-1EC8-43FA-ADE7-8E1152B69F81}" dt="2026-10-01T20:26:22.910" v="5951" actId="20577"/>
          <ac:spMkLst>
            <pc:docMk/>
            <pc:sldMk cId="3476049619" sldId="3862"/>
            <ac:spMk id="3" creationId="{6F5B4818-B980-875F-5E51-BD9790E5538E}"/>
          </ac:spMkLst>
        </pc:spChg>
      </pc:sldChg>
      <pc:sldChg chg="addSp modSp new mod ord">
        <pc:chgData name="Ernst Christiaan OSINGA" userId="5e84788a-dfd7-4f91-9523-4c530f2a83d5" providerId="ADAL" clId="{62BB5EDD-1EC8-43FA-ADE7-8E1152B69F81}" dt="2026-10-01T20:30:22.894" v="6011" actId="20577"/>
        <pc:sldMkLst>
          <pc:docMk/>
          <pc:sldMk cId="3439118631" sldId="3863"/>
        </pc:sldMkLst>
        <pc:spChg chg="mod">
          <ac:chgData name="Ernst Christiaan OSINGA" userId="5e84788a-dfd7-4f91-9523-4c530f2a83d5" providerId="ADAL" clId="{62BB5EDD-1EC8-43FA-ADE7-8E1152B69F81}" dt="2026-09-29T09:38:56.396" v="2549" actId="255"/>
          <ac:spMkLst>
            <pc:docMk/>
            <pc:sldMk cId="3439118631" sldId="3863"/>
            <ac:spMk id="2" creationId="{99FC447B-2BEE-0FF0-594C-63D883A89026}"/>
          </ac:spMkLst>
        </pc:spChg>
        <pc:spChg chg="mod">
          <ac:chgData name="Ernst Christiaan OSINGA" userId="5e84788a-dfd7-4f91-9523-4c530f2a83d5" providerId="ADAL" clId="{62BB5EDD-1EC8-43FA-ADE7-8E1152B69F81}" dt="2026-10-01T20:30:22.894" v="6011" actId="20577"/>
          <ac:spMkLst>
            <pc:docMk/>
            <pc:sldMk cId="3439118631" sldId="3863"/>
            <ac:spMk id="3" creationId="{C0D9FF6A-1293-9073-0EDA-B6F270B2CF9F}"/>
          </ac:spMkLst>
        </pc:spChg>
        <pc:spChg chg="add mod">
          <ac:chgData name="Ernst Christiaan OSINGA" userId="5e84788a-dfd7-4f91-9523-4c530f2a83d5" providerId="ADAL" clId="{62BB5EDD-1EC8-43FA-ADE7-8E1152B69F81}" dt="2026-10-01T20:29:45.375" v="6000" actId="20577"/>
          <ac:spMkLst>
            <pc:docMk/>
            <pc:sldMk cId="3439118631" sldId="3863"/>
            <ac:spMk id="6" creationId="{91D45FC6-F4FD-52CA-7FB2-CCFAF2F243DA}"/>
          </ac:spMkLst>
        </pc:spChg>
      </pc:sldChg>
      <pc:sldChg chg="addSp delSp modSp new mod">
        <pc:chgData name="Ernst Christiaan OSINGA" userId="5e84788a-dfd7-4f91-9523-4c530f2a83d5" providerId="ADAL" clId="{62BB5EDD-1EC8-43FA-ADE7-8E1152B69F81}" dt="2026-10-01T20:29:04.717" v="5994" actId="1076"/>
        <pc:sldMkLst>
          <pc:docMk/>
          <pc:sldMk cId="3975142646" sldId="3864"/>
        </pc:sldMkLst>
        <pc:spChg chg="mod">
          <ac:chgData name="Ernst Christiaan OSINGA" userId="5e84788a-dfd7-4f91-9523-4c530f2a83d5" providerId="ADAL" clId="{62BB5EDD-1EC8-43FA-ADE7-8E1152B69F81}" dt="2026-09-29T09:41:49.029" v="2591" actId="255"/>
          <ac:spMkLst>
            <pc:docMk/>
            <pc:sldMk cId="3975142646" sldId="3864"/>
            <ac:spMk id="2" creationId="{39725ED8-ADC2-7E40-7D85-7297677D718D}"/>
          </ac:spMkLst>
        </pc:spChg>
        <pc:spChg chg="mod">
          <ac:chgData name="Ernst Christiaan OSINGA" userId="5e84788a-dfd7-4f91-9523-4c530f2a83d5" providerId="ADAL" clId="{62BB5EDD-1EC8-43FA-ADE7-8E1152B69F81}" dt="2026-10-01T20:28:58.080" v="5993" actId="20577"/>
          <ac:spMkLst>
            <pc:docMk/>
            <pc:sldMk cId="3975142646" sldId="3864"/>
            <ac:spMk id="3" creationId="{A84394EC-927F-C49F-2980-2E83F6E3536E}"/>
          </ac:spMkLst>
        </pc:spChg>
        <pc:spChg chg="add mod">
          <ac:chgData name="Ernst Christiaan OSINGA" userId="5e84788a-dfd7-4f91-9523-4c530f2a83d5" providerId="ADAL" clId="{62BB5EDD-1EC8-43FA-ADE7-8E1152B69F81}" dt="2026-09-29T10:00:23.250" v="2739" actId="20577"/>
          <ac:spMkLst>
            <pc:docMk/>
            <pc:sldMk cId="3975142646" sldId="3864"/>
            <ac:spMk id="14" creationId="{6326AF2F-84C0-F6E5-A978-F08F4E2CA95B}"/>
          </ac:spMkLst>
        </pc:spChg>
        <pc:picChg chg="add mod">
          <ac:chgData name="Ernst Christiaan OSINGA" userId="5e84788a-dfd7-4f91-9523-4c530f2a83d5" providerId="ADAL" clId="{62BB5EDD-1EC8-43FA-ADE7-8E1152B69F81}" dt="2026-10-01T20:29:04.717" v="5994" actId="1076"/>
          <ac:picMkLst>
            <pc:docMk/>
            <pc:sldMk cId="3975142646" sldId="3864"/>
            <ac:picMk id="10" creationId="{9DB68C05-C348-3A81-6FBA-03CB34A0C18C}"/>
          </ac:picMkLst>
        </pc:picChg>
      </pc:sldChg>
      <pc:sldChg chg="addSp modSp new mod modAnim">
        <pc:chgData name="Ernst Christiaan OSINGA" userId="5e84788a-dfd7-4f91-9523-4c530f2a83d5" providerId="ADAL" clId="{62BB5EDD-1EC8-43FA-ADE7-8E1152B69F81}" dt="2026-10-01T20:31:39.522" v="6014"/>
        <pc:sldMkLst>
          <pc:docMk/>
          <pc:sldMk cId="1689484085" sldId="3865"/>
        </pc:sldMkLst>
        <pc:spChg chg="mod">
          <ac:chgData name="Ernst Christiaan OSINGA" userId="5e84788a-dfd7-4f91-9523-4c530f2a83d5" providerId="ADAL" clId="{62BB5EDD-1EC8-43FA-ADE7-8E1152B69F81}" dt="2026-10-01T19:55:27.353" v="5481" actId="255"/>
          <ac:spMkLst>
            <pc:docMk/>
            <pc:sldMk cId="1689484085" sldId="3865"/>
            <ac:spMk id="2" creationId="{58526954-A569-DE8E-60DD-2C36E94FC946}"/>
          </ac:spMkLst>
        </pc:spChg>
        <pc:spChg chg="mod">
          <ac:chgData name="Ernst Christiaan OSINGA" userId="5e84788a-dfd7-4f91-9523-4c530f2a83d5" providerId="ADAL" clId="{62BB5EDD-1EC8-43FA-ADE7-8E1152B69F81}" dt="2026-10-01T20:02:04.428" v="5627" actId="20577"/>
          <ac:spMkLst>
            <pc:docMk/>
            <pc:sldMk cId="1689484085" sldId="3865"/>
            <ac:spMk id="3" creationId="{AEC2D942-AF9E-D71E-8758-B050FF34DA8C}"/>
          </ac:spMkLst>
        </pc:spChg>
        <pc:spChg chg="add mod">
          <ac:chgData name="Ernst Christiaan OSINGA" userId="5e84788a-dfd7-4f91-9523-4c530f2a83d5" providerId="ADAL" clId="{62BB5EDD-1EC8-43FA-ADE7-8E1152B69F81}" dt="2026-10-01T20:03:03.804" v="5711" actId="1076"/>
          <ac:spMkLst>
            <pc:docMk/>
            <pc:sldMk cId="1689484085" sldId="3865"/>
            <ac:spMk id="6" creationId="{4F01AE0C-2D98-4E58-5F15-1AE16215F9DC}"/>
          </ac:spMkLst>
        </pc:spChg>
        <pc:spChg chg="add mod">
          <ac:chgData name="Ernst Christiaan OSINGA" userId="5e84788a-dfd7-4f91-9523-4c530f2a83d5" providerId="ADAL" clId="{62BB5EDD-1EC8-43FA-ADE7-8E1152B69F81}" dt="2026-10-01T19:58:42.540" v="5528" actId="164"/>
          <ac:spMkLst>
            <pc:docMk/>
            <pc:sldMk cId="1689484085" sldId="3865"/>
            <ac:spMk id="9" creationId="{AA389B8D-FC36-BB5B-B197-2FE8892F7C51}"/>
          </ac:spMkLst>
        </pc:spChg>
        <pc:grpChg chg="add mod">
          <ac:chgData name="Ernst Christiaan OSINGA" userId="5e84788a-dfd7-4f91-9523-4c530f2a83d5" providerId="ADAL" clId="{62BB5EDD-1EC8-43FA-ADE7-8E1152B69F81}" dt="2026-10-01T19:58:46.416" v="5529" actId="1076"/>
          <ac:grpSpMkLst>
            <pc:docMk/>
            <pc:sldMk cId="1689484085" sldId="3865"/>
            <ac:grpSpMk id="10" creationId="{04D52406-106A-8633-6BAC-7F0C3BF6B81F}"/>
          </ac:grpSpMkLst>
        </pc:grpChg>
        <pc:picChg chg="add mod">
          <ac:chgData name="Ernst Christiaan OSINGA" userId="5e84788a-dfd7-4f91-9523-4c530f2a83d5" providerId="ADAL" clId="{62BB5EDD-1EC8-43FA-ADE7-8E1152B69F81}" dt="2026-10-01T19:58:42.540" v="5528" actId="164"/>
          <ac:picMkLst>
            <pc:docMk/>
            <pc:sldMk cId="1689484085" sldId="3865"/>
            <ac:picMk id="8" creationId="{5767F1A3-256B-4334-00E0-B73494EEA0DA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04369-92DD-4245-AE3D-AD819705EEA5}" type="doc">
      <dgm:prSet loTypeId="urn:microsoft.com/office/officeart/2005/8/layout/vList2" loCatId="list" qsTypeId="urn:microsoft.com/office/officeart/2005/8/quickstyle/simple1#9" qsCatId="simple" csTypeId="urn:microsoft.com/office/officeart/2005/8/colors/colorful5#2" csCatId="colorful" phldr="1"/>
      <dgm:spPr/>
      <dgm:t>
        <a:bodyPr/>
        <a:lstStyle/>
        <a:p>
          <a:endParaRPr lang="en-US"/>
        </a:p>
      </dgm:t>
    </dgm:pt>
    <dgm:pt modelId="{3C77B7E5-44DE-4B88-BFFA-62F7D6E9CCD7}">
      <dgm:prSet/>
      <dgm:spPr/>
      <dgm:t>
        <a:bodyPr/>
        <a:lstStyle/>
        <a:p>
          <a:pPr>
            <a:defRPr b="1"/>
          </a:pPr>
          <a:r>
            <a:rPr lang="en-US" b="1" dirty="0">
              <a:latin typeface="TradeGothic" panose="00000400000000000000"/>
            </a:rPr>
            <a:t>Definition</a:t>
          </a:r>
          <a:endParaRPr lang="en-US" dirty="0">
            <a:latin typeface="TradeGothic" panose="00000400000000000000"/>
          </a:endParaRPr>
        </a:p>
      </dgm:t>
    </dgm:pt>
    <dgm:pt modelId="{1CC3A518-7B66-42FA-B17A-571573048A3F}" type="parTrans" cxnId="{AD14A27D-2B5A-4F37-B6C1-A9ED5A92DC25}">
      <dgm:prSet/>
      <dgm:spPr/>
      <dgm:t>
        <a:bodyPr/>
        <a:lstStyle/>
        <a:p>
          <a:endParaRPr lang="en-US"/>
        </a:p>
      </dgm:t>
    </dgm:pt>
    <dgm:pt modelId="{0E9B1A7D-92BC-4661-869F-D1D10EBB6F47}" type="sibTrans" cxnId="{AD14A27D-2B5A-4F37-B6C1-A9ED5A92DC25}">
      <dgm:prSet/>
      <dgm:spPr/>
      <dgm:t>
        <a:bodyPr/>
        <a:lstStyle/>
        <a:p>
          <a:endParaRPr lang="en-US"/>
        </a:p>
      </dgm:t>
    </dgm:pt>
    <dgm:pt modelId="{F4E4C263-4B28-4985-8C87-D3866A0B678E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Machine Learning (ML) is a subset of AI where systems learn patterns from data instead of being explicitly programmed</a:t>
          </a:r>
        </a:p>
      </dgm:t>
    </dgm:pt>
    <dgm:pt modelId="{DFE16975-059D-4712-8CD1-294DB86510C5}" type="parTrans" cxnId="{293D78F0-D491-4941-BA92-E77EDD8CB72C}">
      <dgm:prSet/>
      <dgm:spPr/>
      <dgm:t>
        <a:bodyPr/>
        <a:lstStyle/>
        <a:p>
          <a:endParaRPr lang="en-US"/>
        </a:p>
      </dgm:t>
    </dgm:pt>
    <dgm:pt modelId="{430F429B-B62D-48E3-919B-7D44AA5F1F39}" type="sibTrans" cxnId="{293D78F0-D491-4941-BA92-E77EDD8CB72C}">
      <dgm:prSet/>
      <dgm:spPr/>
      <dgm:t>
        <a:bodyPr/>
        <a:lstStyle/>
        <a:p>
          <a:endParaRPr lang="en-US"/>
        </a:p>
      </dgm:t>
    </dgm:pt>
    <dgm:pt modelId="{EDE45033-DB83-46CB-A230-38BC4F73A14B}">
      <dgm:prSet/>
      <dgm:spPr/>
      <dgm:t>
        <a:bodyPr/>
        <a:lstStyle/>
        <a:p>
          <a:pPr>
            <a:defRPr b="1"/>
          </a:pPr>
          <a:r>
            <a:rPr lang="en-US" b="1" dirty="0">
              <a:latin typeface="TradeGothic" panose="00000400000000000000"/>
            </a:rPr>
            <a:t>Core Idea</a:t>
          </a:r>
          <a:endParaRPr lang="en-US" dirty="0">
            <a:latin typeface="TradeGothic" panose="00000400000000000000"/>
          </a:endParaRPr>
        </a:p>
      </dgm:t>
    </dgm:pt>
    <dgm:pt modelId="{2D460503-B392-452D-978D-A8628C1374B7}" type="parTrans" cxnId="{54B57A26-6EEE-4702-9DA5-64DE64D0B515}">
      <dgm:prSet/>
      <dgm:spPr/>
      <dgm:t>
        <a:bodyPr/>
        <a:lstStyle/>
        <a:p>
          <a:endParaRPr lang="en-US"/>
        </a:p>
      </dgm:t>
    </dgm:pt>
    <dgm:pt modelId="{C126EE2B-4AA3-4257-AB25-86EF0BB0D82B}" type="sibTrans" cxnId="{54B57A26-6EEE-4702-9DA5-64DE64D0B515}">
      <dgm:prSet/>
      <dgm:spPr/>
      <dgm:t>
        <a:bodyPr/>
        <a:lstStyle/>
        <a:p>
          <a:endParaRPr lang="en-US"/>
        </a:p>
      </dgm:t>
    </dgm:pt>
    <dgm:pt modelId="{FC4FE71C-6535-4E2D-ACDB-2907BE742662}">
      <dgm:prSet/>
      <dgm:spPr/>
      <dgm:t>
        <a:bodyPr/>
        <a:lstStyle/>
        <a:p>
          <a:pPr>
            <a:buNone/>
          </a:pPr>
          <a:r>
            <a:rPr lang="en-US" dirty="0">
              <a:latin typeface="TradeGothic" panose="00000400000000000000"/>
            </a:rPr>
            <a:t>The system improves performance through:</a:t>
          </a:r>
        </a:p>
      </dgm:t>
    </dgm:pt>
    <dgm:pt modelId="{0AC8EEF7-9DEA-4895-A20F-379CE5D1F18B}" type="parTrans" cxnId="{4F4E954C-2188-4756-A3BC-4D11A0248B30}">
      <dgm:prSet/>
      <dgm:spPr/>
      <dgm:t>
        <a:bodyPr/>
        <a:lstStyle/>
        <a:p>
          <a:endParaRPr lang="en-US"/>
        </a:p>
      </dgm:t>
    </dgm:pt>
    <dgm:pt modelId="{A8CF7BF1-43D7-4659-B36D-C67F0D6758D0}" type="sibTrans" cxnId="{4F4E954C-2188-4756-A3BC-4D11A0248B30}">
      <dgm:prSet/>
      <dgm:spPr/>
      <dgm:t>
        <a:bodyPr/>
        <a:lstStyle/>
        <a:p>
          <a:endParaRPr lang="en-US"/>
        </a:p>
      </dgm:t>
    </dgm:pt>
    <dgm:pt modelId="{956C408E-4114-402B-B05F-82846F48B799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Data</a:t>
          </a:r>
        </a:p>
      </dgm:t>
    </dgm:pt>
    <dgm:pt modelId="{9F8B6CAC-437E-4186-B734-401224F7C57F}" type="parTrans" cxnId="{7D4A67DD-3004-4FD1-A19E-EADEEA8FCD91}">
      <dgm:prSet/>
      <dgm:spPr/>
      <dgm:t>
        <a:bodyPr/>
        <a:lstStyle/>
        <a:p>
          <a:endParaRPr lang="en-US"/>
        </a:p>
      </dgm:t>
    </dgm:pt>
    <dgm:pt modelId="{8DF55B41-C94D-44F2-AB7B-0E2AA9EF81EC}" type="sibTrans" cxnId="{7D4A67DD-3004-4FD1-A19E-EADEEA8FCD91}">
      <dgm:prSet/>
      <dgm:spPr/>
      <dgm:t>
        <a:bodyPr/>
        <a:lstStyle/>
        <a:p>
          <a:endParaRPr lang="en-US"/>
        </a:p>
      </dgm:t>
    </dgm:pt>
    <dgm:pt modelId="{933B59E8-D2A4-4791-ADC8-7135EDF66403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Experience</a:t>
          </a:r>
        </a:p>
      </dgm:t>
    </dgm:pt>
    <dgm:pt modelId="{2F5CFC9C-85FC-43F6-829F-3DB63F384393}" type="parTrans" cxnId="{81B67EE9-381A-4147-AB72-927650F87C3E}">
      <dgm:prSet/>
      <dgm:spPr/>
      <dgm:t>
        <a:bodyPr/>
        <a:lstStyle/>
        <a:p>
          <a:endParaRPr lang="en-US"/>
        </a:p>
      </dgm:t>
    </dgm:pt>
    <dgm:pt modelId="{ABDA10DC-9DF2-47D9-8F87-231531D80984}" type="sibTrans" cxnId="{81B67EE9-381A-4147-AB72-927650F87C3E}">
      <dgm:prSet/>
      <dgm:spPr/>
      <dgm:t>
        <a:bodyPr/>
        <a:lstStyle/>
        <a:p>
          <a:endParaRPr lang="en-US"/>
        </a:p>
      </dgm:t>
    </dgm:pt>
    <dgm:pt modelId="{0AE7062F-F11D-4062-8441-C62231C3D932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Feedback</a:t>
          </a:r>
        </a:p>
      </dgm:t>
    </dgm:pt>
    <dgm:pt modelId="{3805C290-9B22-4D50-B2E7-FC325386500D}" type="parTrans" cxnId="{0102FED7-8CF9-4112-8C85-3906B7509771}">
      <dgm:prSet/>
      <dgm:spPr/>
      <dgm:t>
        <a:bodyPr/>
        <a:lstStyle/>
        <a:p>
          <a:endParaRPr lang="en-US"/>
        </a:p>
      </dgm:t>
    </dgm:pt>
    <dgm:pt modelId="{197EE240-2377-4B9D-983E-E25DBFCE1DE8}" type="sibTrans" cxnId="{0102FED7-8CF9-4112-8C85-3906B7509771}">
      <dgm:prSet/>
      <dgm:spPr/>
      <dgm:t>
        <a:bodyPr/>
        <a:lstStyle/>
        <a:p>
          <a:endParaRPr lang="en-US"/>
        </a:p>
      </dgm:t>
    </dgm:pt>
    <dgm:pt modelId="{A7C30558-007F-4BEC-AEA3-86B88D002021}">
      <dgm:prSet/>
      <dgm:spPr/>
      <dgm:t>
        <a:bodyPr/>
        <a:lstStyle/>
        <a:p>
          <a:pPr>
            <a:defRPr b="1"/>
          </a:pPr>
          <a:r>
            <a:rPr lang="en-US" b="1" dirty="0">
              <a:latin typeface="TradeGothic" panose="00000400000000000000"/>
            </a:rPr>
            <a:t>Common Applications</a:t>
          </a:r>
          <a:endParaRPr lang="en-US" dirty="0">
            <a:latin typeface="TradeGothic" panose="00000400000000000000"/>
          </a:endParaRPr>
        </a:p>
      </dgm:t>
    </dgm:pt>
    <dgm:pt modelId="{43F0A705-C5B3-4577-A7AC-1249B6A3D924}" type="parTrans" cxnId="{D58C1FF1-73D8-4E9E-8FD7-093B1CD03EFC}">
      <dgm:prSet/>
      <dgm:spPr/>
      <dgm:t>
        <a:bodyPr/>
        <a:lstStyle/>
        <a:p>
          <a:endParaRPr lang="en-US"/>
        </a:p>
      </dgm:t>
    </dgm:pt>
    <dgm:pt modelId="{EB5C071A-D78A-4D88-AEFA-DF4A0B6C33CF}" type="sibTrans" cxnId="{D58C1FF1-73D8-4E9E-8FD7-093B1CD03EFC}">
      <dgm:prSet/>
      <dgm:spPr/>
      <dgm:t>
        <a:bodyPr/>
        <a:lstStyle/>
        <a:p>
          <a:endParaRPr lang="en-US"/>
        </a:p>
      </dgm:t>
    </dgm:pt>
    <dgm:pt modelId="{37A60BC9-0242-4337-BB93-1D1E65657C85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Spam filtering</a:t>
          </a:r>
        </a:p>
      </dgm:t>
    </dgm:pt>
    <dgm:pt modelId="{49734756-F10B-4D60-9BC3-2E8C05017643}" type="parTrans" cxnId="{EC0B143C-48AB-4578-9C38-D0CA0F28285F}">
      <dgm:prSet/>
      <dgm:spPr/>
      <dgm:t>
        <a:bodyPr/>
        <a:lstStyle/>
        <a:p>
          <a:endParaRPr lang="en-US"/>
        </a:p>
      </dgm:t>
    </dgm:pt>
    <dgm:pt modelId="{F3B66A43-91FB-4B8C-B542-10B5921A5A44}" type="sibTrans" cxnId="{EC0B143C-48AB-4578-9C38-D0CA0F28285F}">
      <dgm:prSet/>
      <dgm:spPr/>
      <dgm:t>
        <a:bodyPr/>
        <a:lstStyle/>
        <a:p>
          <a:endParaRPr lang="en-US"/>
        </a:p>
      </dgm:t>
    </dgm:pt>
    <dgm:pt modelId="{727D8DE2-04A1-4E23-99F2-60D39EDBF5CC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Image recognition</a:t>
          </a:r>
        </a:p>
      </dgm:t>
    </dgm:pt>
    <dgm:pt modelId="{FCBF16AE-4E09-4032-A37C-1314DDB45C3E}" type="parTrans" cxnId="{F6E271C5-4801-4BC3-84B9-BAE73CA23BCF}">
      <dgm:prSet/>
      <dgm:spPr/>
      <dgm:t>
        <a:bodyPr/>
        <a:lstStyle/>
        <a:p>
          <a:endParaRPr lang="en-US"/>
        </a:p>
      </dgm:t>
    </dgm:pt>
    <dgm:pt modelId="{6E1FC9D9-72D6-4BD0-9882-264023195361}" type="sibTrans" cxnId="{F6E271C5-4801-4BC3-84B9-BAE73CA23BCF}">
      <dgm:prSet/>
      <dgm:spPr/>
      <dgm:t>
        <a:bodyPr/>
        <a:lstStyle/>
        <a:p>
          <a:endParaRPr lang="en-US"/>
        </a:p>
      </dgm:t>
    </dgm:pt>
    <dgm:pt modelId="{3075FED5-F32D-4DC4-8799-26B2A50EAAB5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Demand forecasting</a:t>
          </a:r>
        </a:p>
      </dgm:t>
    </dgm:pt>
    <dgm:pt modelId="{B2EC29CB-5FFD-4289-A0D7-29A0A68343DB}" type="parTrans" cxnId="{31213944-9076-48CA-8C79-F39FCEF8100B}">
      <dgm:prSet/>
      <dgm:spPr/>
      <dgm:t>
        <a:bodyPr/>
        <a:lstStyle/>
        <a:p>
          <a:endParaRPr lang="en-US"/>
        </a:p>
      </dgm:t>
    </dgm:pt>
    <dgm:pt modelId="{4CF0B4EB-EDCF-4EB9-A17E-FF01E3BA8E1B}" type="sibTrans" cxnId="{31213944-9076-48CA-8C79-F39FCEF8100B}">
      <dgm:prSet/>
      <dgm:spPr/>
      <dgm:t>
        <a:bodyPr/>
        <a:lstStyle/>
        <a:p>
          <a:endParaRPr lang="en-US"/>
        </a:p>
      </dgm:t>
    </dgm:pt>
    <dgm:pt modelId="{FB3F7337-4411-4488-BD4A-A0690E3890DA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Customer segmentation</a:t>
          </a:r>
        </a:p>
      </dgm:t>
    </dgm:pt>
    <dgm:pt modelId="{4C9D0B86-E555-4C2E-9E92-D9B89EBFB8E7}" type="parTrans" cxnId="{9A536035-A154-4AD1-83BB-95E3D2B8E2F8}">
      <dgm:prSet/>
      <dgm:spPr/>
      <dgm:t>
        <a:bodyPr/>
        <a:lstStyle/>
        <a:p>
          <a:endParaRPr lang="en-US"/>
        </a:p>
      </dgm:t>
    </dgm:pt>
    <dgm:pt modelId="{CEFBFF77-BF66-403C-851A-DE9DB07846A6}" type="sibTrans" cxnId="{9A536035-A154-4AD1-83BB-95E3D2B8E2F8}">
      <dgm:prSet/>
      <dgm:spPr/>
      <dgm:t>
        <a:bodyPr/>
        <a:lstStyle/>
        <a:p>
          <a:endParaRPr lang="en-US"/>
        </a:p>
      </dgm:t>
    </dgm:pt>
    <dgm:pt modelId="{F996F3D7-41CF-4767-AE7B-21A8EC08D7C3}" type="pres">
      <dgm:prSet presAssocID="{7D904369-92DD-4245-AE3D-AD819705EEA5}" presName="linear" presStyleCnt="0">
        <dgm:presLayoutVars>
          <dgm:animLvl val="lvl"/>
          <dgm:resizeHandles val="exact"/>
        </dgm:presLayoutVars>
      </dgm:prSet>
      <dgm:spPr/>
    </dgm:pt>
    <dgm:pt modelId="{06F73EA5-EAAA-494E-BB5D-3B703E8208B7}" type="pres">
      <dgm:prSet presAssocID="{3C77B7E5-44DE-4B88-BFFA-62F7D6E9CC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2F7C2C-B657-4D93-9540-9EF87467BD9C}" type="pres">
      <dgm:prSet presAssocID="{3C77B7E5-44DE-4B88-BFFA-62F7D6E9CCD7}" presName="childText" presStyleLbl="revTx" presStyleIdx="0" presStyleCnt="3">
        <dgm:presLayoutVars>
          <dgm:bulletEnabled val="1"/>
        </dgm:presLayoutVars>
      </dgm:prSet>
      <dgm:spPr/>
    </dgm:pt>
    <dgm:pt modelId="{276E0BA9-F619-438F-AC85-1710B5F960A8}" type="pres">
      <dgm:prSet presAssocID="{EDE45033-DB83-46CB-A230-38BC4F73A1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AE43CD-D466-46FD-9F83-CE0522B7D72C}" type="pres">
      <dgm:prSet presAssocID="{EDE45033-DB83-46CB-A230-38BC4F73A14B}" presName="childText" presStyleLbl="revTx" presStyleIdx="1" presStyleCnt="3">
        <dgm:presLayoutVars>
          <dgm:bulletEnabled val="1"/>
        </dgm:presLayoutVars>
      </dgm:prSet>
      <dgm:spPr/>
    </dgm:pt>
    <dgm:pt modelId="{717CFC60-A58F-4515-9C23-3B58A3871632}" type="pres">
      <dgm:prSet presAssocID="{A7C30558-007F-4BEC-AEA3-86B88D00202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8BA42F1-76CF-41B9-96A9-4715ED9EAE89}" type="pres">
      <dgm:prSet presAssocID="{A7C30558-007F-4BEC-AEA3-86B88D00202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7353002-FB72-4CB3-A8CC-38393EB1C600}" type="presOf" srcId="{0AE7062F-F11D-4062-8441-C62231C3D932}" destId="{F7AE43CD-D466-46FD-9F83-CE0522B7D72C}" srcOrd="0" destOrd="3" presId="urn:microsoft.com/office/officeart/2005/8/layout/vList2"/>
    <dgm:cxn modelId="{54B57A26-6EEE-4702-9DA5-64DE64D0B515}" srcId="{7D904369-92DD-4245-AE3D-AD819705EEA5}" destId="{EDE45033-DB83-46CB-A230-38BC4F73A14B}" srcOrd="1" destOrd="0" parTransId="{2D460503-B392-452D-978D-A8628C1374B7}" sibTransId="{C126EE2B-4AA3-4257-AB25-86EF0BB0D82B}"/>
    <dgm:cxn modelId="{9A536035-A154-4AD1-83BB-95E3D2B8E2F8}" srcId="{A7C30558-007F-4BEC-AEA3-86B88D002021}" destId="{FB3F7337-4411-4488-BD4A-A0690E3890DA}" srcOrd="3" destOrd="0" parTransId="{4C9D0B86-E555-4C2E-9E92-D9B89EBFB8E7}" sibTransId="{CEFBFF77-BF66-403C-851A-DE9DB07846A6}"/>
    <dgm:cxn modelId="{EC0B143C-48AB-4578-9C38-D0CA0F28285F}" srcId="{A7C30558-007F-4BEC-AEA3-86B88D002021}" destId="{37A60BC9-0242-4337-BB93-1D1E65657C85}" srcOrd="0" destOrd="0" parTransId="{49734756-F10B-4D60-9BC3-2E8C05017643}" sibTransId="{F3B66A43-91FB-4B8C-B542-10B5921A5A44}"/>
    <dgm:cxn modelId="{B5E96C3F-BDC5-4B39-B7A1-9AD05667DAFF}" type="presOf" srcId="{727D8DE2-04A1-4E23-99F2-60D39EDBF5CC}" destId="{D8BA42F1-76CF-41B9-96A9-4715ED9EAE89}" srcOrd="0" destOrd="1" presId="urn:microsoft.com/office/officeart/2005/8/layout/vList2"/>
    <dgm:cxn modelId="{53026861-18D4-4D8E-B381-DDFC0B32D310}" type="presOf" srcId="{7D904369-92DD-4245-AE3D-AD819705EEA5}" destId="{F996F3D7-41CF-4767-AE7B-21A8EC08D7C3}" srcOrd="0" destOrd="0" presId="urn:microsoft.com/office/officeart/2005/8/layout/vList2"/>
    <dgm:cxn modelId="{31213944-9076-48CA-8C79-F39FCEF8100B}" srcId="{A7C30558-007F-4BEC-AEA3-86B88D002021}" destId="{3075FED5-F32D-4DC4-8799-26B2A50EAAB5}" srcOrd="2" destOrd="0" parTransId="{B2EC29CB-5FFD-4289-A0D7-29A0A68343DB}" sibTransId="{4CF0B4EB-EDCF-4EB9-A17E-FF01E3BA8E1B}"/>
    <dgm:cxn modelId="{4F4E954C-2188-4756-A3BC-4D11A0248B30}" srcId="{EDE45033-DB83-46CB-A230-38BC4F73A14B}" destId="{FC4FE71C-6535-4E2D-ACDB-2907BE742662}" srcOrd="0" destOrd="0" parTransId="{0AC8EEF7-9DEA-4895-A20F-379CE5D1F18B}" sibTransId="{A8CF7BF1-43D7-4659-B36D-C67F0D6758D0}"/>
    <dgm:cxn modelId="{FDE7104D-F218-4544-97FE-36D0B704AD86}" type="presOf" srcId="{933B59E8-D2A4-4791-ADC8-7135EDF66403}" destId="{F7AE43CD-D466-46FD-9F83-CE0522B7D72C}" srcOrd="0" destOrd="2" presId="urn:microsoft.com/office/officeart/2005/8/layout/vList2"/>
    <dgm:cxn modelId="{8A812A50-FC62-4E07-AE23-7187E8A4ACBE}" type="presOf" srcId="{FC4FE71C-6535-4E2D-ACDB-2907BE742662}" destId="{F7AE43CD-D466-46FD-9F83-CE0522B7D72C}" srcOrd="0" destOrd="0" presId="urn:microsoft.com/office/officeart/2005/8/layout/vList2"/>
    <dgm:cxn modelId="{D0666C55-D4FC-4A3F-9CD4-F1AEC1D642D1}" type="presOf" srcId="{FB3F7337-4411-4488-BD4A-A0690E3890DA}" destId="{D8BA42F1-76CF-41B9-96A9-4715ED9EAE89}" srcOrd="0" destOrd="3" presId="urn:microsoft.com/office/officeart/2005/8/layout/vList2"/>
    <dgm:cxn modelId="{AD14A27D-2B5A-4F37-B6C1-A9ED5A92DC25}" srcId="{7D904369-92DD-4245-AE3D-AD819705EEA5}" destId="{3C77B7E5-44DE-4B88-BFFA-62F7D6E9CCD7}" srcOrd="0" destOrd="0" parTransId="{1CC3A518-7B66-42FA-B17A-571573048A3F}" sibTransId="{0E9B1A7D-92BC-4661-869F-D1D10EBB6F47}"/>
    <dgm:cxn modelId="{E55DE57E-E228-4EF0-93E4-B2FCA31CC505}" type="presOf" srcId="{EDE45033-DB83-46CB-A230-38BC4F73A14B}" destId="{276E0BA9-F619-438F-AC85-1710B5F960A8}" srcOrd="0" destOrd="0" presId="urn:microsoft.com/office/officeart/2005/8/layout/vList2"/>
    <dgm:cxn modelId="{A28FF894-E542-4CA6-9C91-95549F0A6F2C}" type="presOf" srcId="{956C408E-4114-402B-B05F-82846F48B799}" destId="{F7AE43CD-D466-46FD-9F83-CE0522B7D72C}" srcOrd="0" destOrd="1" presId="urn:microsoft.com/office/officeart/2005/8/layout/vList2"/>
    <dgm:cxn modelId="{AB72B0B4-8584-4FDD-8ACD-CB0A7A9A06C0}" type="presOf" srcId="{A7C30558-007F-4BEC-AEA3-86B88D002021}" destId="{717CFC60-A58F-4515-9C23-3B58A3871632}" srcOrd="0" destOrd="0" presId="urn:microsoft.com/office/officeart/2005/8/layout/vList2"/>
    <dgm:cxn modelId="{3AFBC6B4-6C2F-4F7B-86AF-BC03D387C84A}" type="presOf" srcId="{37A60BC9-0242-4337-BB93-1D1E65657C85}" destId="{D8BA42F1-76CF-41B9-96A9-4715ED9EAE89}" srcOrd="0" destOrd="0" presId="urn:microsoft.com/office/officeart/2005/8/layout/vList2"/>
    <dgm:cxn modelId="{6F647EC4-EFEA-49BA-90FF-CB70FEE07B8C}" type="presOf" srcId="{F4E4C263-4B28-4985-8C87-D3866A0B678E}" destId="{C72F7C2C-B657-4D93-9540-9EF87467BD9C}" srcOrd="0" destOrd="0" presId="urn:microsoft.com/office/officeart/2005/8/layout/vList2"/>
    <dgm:cxn modelId="{F6E271C5-4801-4BC3-84B9-BAE73CA23BCF}" srcId="{A7C30558-007F-4BEC-AEA3-86B88D002021}" destId="{727D8DE2-04A1-4E23-99F2-60D39EDBF5CC}" srcOrd="1" destOrd="0" parTransId="{FCBF16AE-4E09-4032-A37C-1314DDB45C3E}" sibTransId="{6E1FC9D9-72D6-4BD0-9882-264023195361}"/>
    <dgm:cxn modelId="{49726CD7-A706-4B38-BC19-C3B144CE9126}" type="presOf" srcId="{3075FED5-F32D-4DC4-8799-26B2A50EAAB5}" destId="{D8BA42F1-76CF-41B9-96A9-4715ED9EAE89}" srcOrd="0" destOrd="2" presId="urn:microsoft.com/office/officeart/2005/8/layout/vList2"/>
    <dgm:cxn modelId="{0102FED7-8CF9-4112-8C85-3906B7509771}" srcId="{FC4FE71C-6535-4E2D-ACDB-2907BE742662}" destId="{0AE7062F-F11D-4062-8441-C62231C3D932}" srcOrd="2" destOrd="0" parTransId="{3805C290-9B22-4D50-B2E7-FC325386500D}" sibTransId="{197EE240-2377-4B9D-983E-E25DBFCE1DE8}"/>
    <dgm:cxn modelId="{7D4A67DD-3004-4FD1-A19E-EADEEA8FCD91}" srcId="{FC4FE71C-6535-4E2D-ACDB-2907BE742662}" destId="{956C408E-4114-402B-B05F-82846F48B799}" srcOrd="0" destOrd="0" parTransId="{9F8B6CAC-437E-4186-B734-401224F7C57F}" sibTransId="{8DF55B41-C94D-44F2-AB7B-0E2AA9EF81EC}"/>
    <dgm:cxn modelId="{6223CFDF-141C-4531-AD7A-B0B55EDDB49D}" type="presOf" srcId="{3C77B7E5-44DE-4B88-BFFA-62F7D6E9CCD7}" destId="{06F73EA5-EAAA-494E-BB5D-3B703E8208B7}" srcOrd="0" destOrd="0" presId="urn:microsoft.com/office/officeart/2005/8/layout/vList2"/>
    <dgm:cxn modelId="{81B67EE9-381A-4147-AB72-927650F87C3E}" srcId="{FC4FE71C-6535-4E2D-ACDB-2907BE742662}" destId="{933B59E8-D2A4-4791-ADC8-7135EDF66403}" srcOrd="1" destOrd="0" parTransId="{2F5CFC9C-85FC-43F6-829F-3DB63F384393}" sibTransId="{ABDA10DC-9DF2-47D9-8F87-231531D80984}"/>
    <dgm:cxn modelId="{293D78F0-D491-4941-BA92-E77EDD8CB72C}" srcId="{3C77B7E5-44DE-4B88-BFFA-62F7D6E9CCD7}" destId="{F4E4C263-4B28-4985-8C87-D3866A0B678E}" srcOrd="0" destOrd="0" parTransId="{DFE16975-059D-4712-8CD1-294DB86510C5}" sibTransId="{430F429B-B62D-48E3-919B-7D44AA5F1F39}"/>
    <dgm:cxn modelId="{D58C1FF1-73D8-4E9E-8FD7-093B1CD03EFC}" srcId="{7D904369-92DD-4245-AE3D-AD819705EEA5}" destId="{A7C30558-007F-4BEC-AEA3-86B88D002021}" srcOrd="2" destOrd="0" parTransId="{43F0A705-C5B3-4577-A7AC-1249B6A3D924}" sibTransId="{EB5C071A-D78A-4D88-AEFA-DF4A0B6C33CF}"/>
    <dgm:cxn modelId="{364300AE-1A25-48EF-BEF7-A745DEA91F70}" type="presParOf" srcId="{F996F3D7-41CF-4767-AE7B-21A8EC08D7C3}" destId="{06F73EA5-EAAA-494E-BB5D-3B703E8208B7}" srcOrd="0" destOrd="0" presId="urn:microsoft.com/office/officeart/2005/8/layout/vList2"/>
    <dgm:cxn modelId="{238379EB-BE07-4863-BAD8-E71156519BAA}" type="presParOf" srcId="{F996F3D7-41CF-4767-AE7B-21A8EC08D7C3}" destId="{C72F7C2C-B657-4D93-9540-9EF87467BD9C}" srcOrd="1" destOrd="0" presId="urn:microsoft.com/office/officeart/2005/8/layout/vList2"/>
    <dgm:cxn modelId="{941A6BCE-820D-475C-8E1A-A3F0E9CB1EA3}" type="presParOf" srcId="{F996F3D7-41CF-4767-AE7B-21A8EC08D7C3}" destId="{276E0BA9-F619-438F-AC85-1710B5F960A8}" srcOrd="2" destOrd="0" presId="urn:microsoft.com/office/officeart/2005/8/layout/vList2"/>
    <dgm:cxn modelId="{EB5E63CF-0A82-482B-87F5-917254563E97}" type="presParOf" srcId="{F996F3D7-41CF-4767-AE7B-21A8EC08D7C3}" destId="{F7AE43CD-D466-46FD-9F83-CE0522B7D72C}" srcOrd="3" destOrd="0" presId="urn:microsoft.com/office/officeart/2005/8/layout/vList2"/>
    <dgm:cxn modelId="{4D946441-31CE-4164-B06C-FEBF505CF37C}" type="presParOf" srcId="{F996F3D7-41CF-4767-AE7B-21A8EC08D7C3}" destId="{717CFC60-A58F-4515-9C23-3B58A3871632}" srcOrd="4" destOrd="0" presId="urn:microsoft.com/office/officeart/2005/8/layout/vList2"/>
    <dgm:cxn modelId="{EB9F59C0-75E0-459C-8B25-6D8B6664EF75}" type="presParOf" srcId="{F996F3D7-41CF-4767-AE7B-21A8EC08D7C3}" destId="{D8BA42F1-76CF-41B9-96A9-4715ED9EAE8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22CD81-64AD-4566-B9F8-165E4F83B3B7}" type="doc">
      <dgm:prSet loTypeId="urn:microsoft.com/office/officeart/2005/8/layout/vList2" loCatId="list" qsTypeId="urn:microsoft.com/office/officeart/2005/8/quickstyle/simple1#3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EC768C55-4F3E-4161-9DF9-62B1C9C27B13}">
      <dgm:prSet custT="1"/>
      <dgm:spPr>
        <a:xfrm>
          <a:off x="0" y="18575"/>
          <a:ext cx="6364224" cy="823680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2400" b="1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Definition</a:t>
          </a:r>
          <a:endParaRPr lang="en-US" sz="2400" dirty="0">
            <a:solidFill>
              <a:sysClr val="window" lastClr="FFFFFF"/>
            </a:solidFill>
            <a:latin typeface="TradeGothic"/>
            <a:ea typeface="+mn-ea"/>
            <a:cs typeface="+mn-cs"/>
          </a:endParaRPr>
        </a:p>
      </dgm:t>
    </dgm:pt>
    <dgm:pt modelId="{78AA5803-BFEE-47A2-A811-3082EE981B33}" type="parTrans" cxnId="{5C7045B8-6366-402D-9DED-68CD80FD4ABE}">
      <dgm:prSet/>
      <dgm:spPr/>
      <dgm:t>
        <a:bodyPr/>
        <a:lstStyle/>
        <a:p>
          <a:endParaRPr lang="en-US"/>
        </a:p>
      </dgm:t>
    </dgm:pt>
    <dgm:pt modelId="{119BE943-8978-452E-8130-1A8A9B140966}" type="sibTrans" cxnId="{5C7045B8-6366-402D-9DED-68CD80FD4ABE}">
      <dgm:prSet/>
      <dgm:spPr/>
      <dgm:t>
        <a:bodyPr/>
        <a:lstStyle/>
        <a:p>
          <a:endParaRPr lang="en-US"/>
        </a:p>
      </dgm:t>
    </dgm:pt>
    <dgm:pt modelId="{CDAA2975-E1EB-4F58-8BAC-489FE00DAAF4}">
      <dgm:prSet custT="1"/>
      <dgm:spPr>
        <a:xfrm>
          <a:off x="0" y="842255"/>
          <a:ext cx="6364224" cy="9108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US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Reinforcement Learning (RL) is a type of machine learning where an agent learns by interacting with an environment and receiving rewards or penalties</a:t>
          </a:r>
        </a:p>
      </dgm:t>
    </dgm:pt>
    <dgm:pt modelId="{037D4812-0704-4D2E-B74B-4250BB25FED9}" type="parTrans" cxnId="{37F51680-3CC0-4B6C-8474-814E8E8878E1}">
      <dgm:prSet/>
      <dgm:spPr/>
      <dgm:t>
        <a:bodyPr/>
        <a:lstStyle/>
        <a:p>
          <a:endParaRPr lang="en-US"/>
        </a:p>
      </dgm:t>
    </dgm:pt>
    <dgm:pt modelId="{DEEA70E6-24C9-4492-877E-3AFD1800851A}" type="sibTrans" cxnId="{37F51680-3CC0-4B6C-8474-814E8E8878E1}">
      <dgm:prSet/>
      <dgm:spPr/>
      <dgm:t>
        <a:bodyPr/>
        <a:lstStyle/>
        <a:p>
          <a:endParaRPr lang="en-US"/>
        </a:p>
      </dgm:t>
    </dgm:pt>
    <dgm:pt modelId="{17EF1215-5DF0-45BB-85BE-AA3B53CB2678}">
      <dgm:prSet custT="1"/>
      <dgm:spPr>
        <a:xfrm>
          <a:off x="0" y="1753056"/>
          <a:ext cx="6364224" cy="823680"/>
        </a:xfrm>
        <a:prstGeom prst="roundRect">
          <a:avLst/>
        </a:prstGeom>
        <a:solidFill>
          <a:srgbClr val="ED7D31">
            <a:hueOff val="-727682"/>
            <a:satOff val="-41964"/>
            <a:lumOff val="431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SG" sz="2400" b="1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Learning Process</a:t>
          </a:r>
        </a:p>
      </dgm:t>
    </dgm:pt>
    <dgm:pt modelId="{FC605A55-3EAC-48D2-946F-74137C71F9A3}" type="parTrans" cxnId="{E5132E93-B93B-4755-B6D8-13CD63FF2A4D}">
      <dgm:prSet/>
      <dgm:spPr/>
      <dgm:t>
        <a:bodyPr/>
        <a:lstStyle/>
        <a:p>
          <a:endParaRPr lang="en-US"/>
        </a:p>
      </dgm:t>
    </dgm:pt>
    <dgm:pt modelId="{9E824C29-3D43-4043-8328-8855BF5DFC20}" type="sibTrans" cxnId="{E5132E93-B93B-4755-B6D8-13CD63FF2A4D}">
      <dgm:prSet/>
      <dgm:spPr/>
      <dgm:t>
        <a:bodyPr/>
        <a:lstStyle/>
        <a:p>
          <a:endParaRPr lang="en-US"/>
        </a:p>
      </dgm:t>
    </dgm:pt>
    <dgm:pt modelId="{6727BDBE-F3E3-4027-BB16-215A0D5F0DBD}">
      <dgm:prSet custT="1"/>
      <dgm:spPr>
        <a:xfrm>
          <a:off x="0" y="2576735"/>
          <a:ext cx="6364224" cy="13662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SG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Observe environment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/>
            <a:ea typeface="+mn-ea"/>
            <a:cs typeface="+mn-cs"/>
          </a:endParaRPr>
        </a:p>
      </dgm:t>
    </dgm:pt>
    <dgm:pt modelId="{82A15357-DC10-4945-B810-931BA9839AD2}" type="parTrans" cxnId="{74A74C83-B4F6-41F1-9DE7-E40D82C9AC8A}">
      <dgm:prSet/>
      <dgm:spPr/>
      <dgm:t>
        <a:bodyPr/>
        <a:lstStyle/>
        <a:p>
          <a:endParaRPr lang="en-US"/>
        </a:p>
      </dgm:t>
    </dgm:pt>
    <dgm:pt modelId="{1B5A5C79-FEB6-4ADD-A60C-9164C4B8EB38}" type="sibTrans" cxnId="{74A74C83-B4F6-41F1-9DE7-E40D82C9AC8A}">
      <dgm:prSet/>
      <dgm:spPr/>
      <dgm:t>
        <a:bodyPr/>
        <a:lstStyle/>
        <a:p>
          <a:endParaRPr lang="en-US"/>
        </a:p>
      </dgm:t>
    </dgm:pt>
    <dgm:pt modelId="{1FDCBC79-5302-4F40-B0D0-25B981AC8664}">
      <dgm:prSet custT="1"/>
      <dgm:spPr>
        <a:xfrm>
          <a:off x="0" y="3942936"/>
          <a:ext cx="6364224" cy="823680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SG" sz="2400" b="1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Core Objective</a:t>
          </a:r>
        </a:p>
      </dgm:t>
    </dgm:pt>
    <dgm:pt modelId="{C895B64D-BB72-4DD0-BFDF-2910063618B2}" type="parTrans" cxnId="{FB4BFFD6-5C77-4C09-AA5F-BCB6647BB202}">
      <dgm:prSet/>
      <dgm:spPr/>
      <dgm:t>
        <a:bodyPr/>
        <a:lstStyle/>
        <a:p>
          <a:endParaRPr lang="en-US"/>
        </a:p>
      </dgm:t>
    </dgm:pt>
    <dgm:pt modelId="{BC6B0C3F-82A7-4663-B815-F7A47FF67F85}" type="sibTrans" cxnId="{FB4BFFD6-5C77-4C09-AA5F-BCB6647BB202}">
      <dgm:prSet/>
      <dgm:spPr/>
      <dgm:t>
        <a:bodyPr/>
        <a:lstStyle/>
        <a:p>
          <a:endParaRPr lang="en-US"/>
        </a:p>
      </dgm:t>
    </dgm:pt>
    <dgm:pt modelId="{9D18E03A-2621-4507-8E65-AD9B47D83D47}">
      <dgm:prSet custT="1"/>
      <dgm:spPr>
        <a:xfrm>
          <a:off x="0" y="4766616"/>
          <a:ext cx="6364224" cy="72864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SG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Maximize long-term cumulative reward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/>
            <a:ea typeface="+mn-ea"/>
            <a:cs typeface="+mn-cs"/>
          </a:endParaRPr>
        </a:p>
      </dgm:t>
    </dgm:pt>
    <dgm:pt modelId="{34333F3A-2EDC-45A5-99A6-2EED9C03E2B1}" type="parTrans" cxnId="{DB6858BF-436D-4061-A234-64CFBBB4FCA2}">
      <dgm:prSet/>
      <dgm:spPr/>
      <dgm:t>
        <a:bodyPr/>
        <a:lstStyle/>
        <a:p>
          <a:endParaRPr lang="en-US"/>
        </a:p>
      </dgm:t>
    </dgm:pt>
    <dgm:pt modelId="{FF98832E-1ED6-4515-A334-B03AC1A4CA44}" type="sibTrans" cxnId="{DB6858BF-436D-4061-A234-64CFBBB4FCA2}">
      <dgm:prSet/>
      <dgm:spPr/>
      <dgm:t>
        <a:bodyPr/>
        <a:lstStyle/>
        <a:p>
          <a:endParaRPr lang="en-US"/>
        </a:p>
      </dgm:t>
    </dgm:pt>
    <dgm:pt modelId="{16D3F5A4-1F97-4A61-A7E9-930690CA9D2A}">
      <dgm:prSet custT="1"/>
      <dgm:spPr>
        <a:xfrm>
          <a:off x="0" y="2576735"/>
          <a:ext cx="6364224" cy="13662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SG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Take action</a:t>
          </a:r>
        </a:p>
      </dgm:t>
    </dgm:pt>
    <dgm:pt modelId="{1BC95B52-6DA0-4B69-B8D2-34A6F435D578}" type="parTrans" cxnId="{A2CA4268-3BD6-43D1-9B33-DEE8F6686FD0}">
      <dgm:prSet/>
      <dgm:spPr/>
      <dgm:t>
        <a:bodyPr/>
        <a:lstStyle/>
        <a:p>
          <a:endParaRPr lang="en-SG"/>
        </a:p>
      </dgm:t>
    </dgm:pt>
    <dgm:pt modelId="{C4212EB8-EB42-405D-8CE1-E1EB9B164370}" type="sibTrans" cxnId="{A2CA4268-3BD6-43D1-9B33-DEE8F6686FD0}">
      <dgm:prSet/>
      <dgm:spPr/>
      <dgm:t>
        <a:bodyPr/>
        <a:lstStyle/>
        <a:p>
          <a:endParaRPr lang="en-SG"/>
        </a:p>
      </dgm:t>
    </dgm:pt>
    <dgm:pt modelId="{95425946-BBF9-4BC3-B21A-F0C062D92215}">
      <dgm:prSet custT="1"/>
      <dgm:spPr>
        <a:xfrm>
          <a:off x="0" y="2576735"/>
          <a:ext cx="6364224" cy="13662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SG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Receive feedback</a:t>
          </a:r>
        </a:p>
      </dgm:t>
    </dgm:pt>
    <dgm:pt modelId="{1E769575-BDFC-4277-9D59-99A4533C9B16}" type="parTrans" cxnId="{B503C94A-28A5-4322-94C2-138ACE7897C4}">
      <dgm:prSet/>
      <dgm:spPr/>
      <dgm:t>
        <a:bodyPr/>
        <a:lstStyle/>
        <a:p>
          <a:endParaRPr lang="en-SG"/>
        </a:p>
      </dgm:t>
    </dgm:pt>
    <dgm:pt modelId="{0908562A-1F24-4BE7-B10E-2525D806A8F7}" type="sibTrans" cxnId="{B503C94A-28A5-4322-94C2-138ACE7897C4}">
      <dgm:prSet/>
      <dgm:spPr/>
      <dgm:t>
        <a:bodyPr/>
        <a:lstStyle/>
        <a:p>
          <a:endParaRPr lang="en-SG"/>
        </a:p>
      </dgm:t>
    </dgm:pt>
    <dgm:pt modelId="{18155B20-9DD4-4DFA-AAF4-3A52420F15A3}">
      <dgm:prSet custT="1"/>
      <dgm:spPr>
        <a:xfrm>
          <a:off x="0" y="2576735"/>
          <a:ext cx="6364224" cy="136620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SG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Improve future decisions</a:t>
          </a:r>
        </a:p>
      </dgm:t>
    </dgm:pt>
    <dgm:pt modelId="{39481762-E996-467B-BDF1-9BF0DB5B5A40}" type="parTrans" cxnId="{AD068928-8E5D-4322-9179-30273CA46E77}">
      <dgm:prSet/>
      <dgm:spPr/>
      <dgm:t>
        <a:bodyPr/>
        <a:lstStyle/>
        <a:p>
          <a:endParaRPr lang="en-SG"/>
        </a:p>
      </dgm:t>
    </dgm:pt>
    <dgm:pt modelId="{36398DD4-A6EC-443B-ACC2-C3F1E1FEE6DB}" type="sibTrans" cxnId="{AD068928-8E5D-4322-9179-30273CA46E77}">
      <dgm:prSet/>
      <dgm:spPr/>
      <dgm:t>
        <a:bodyPr/>
        <a:lstStyle/>
        <a:p>
          <a:endParaRPr lang="en-SG"/>
        </a:p>
      </dgm:t>
    </dgm:pt>
    <dgm:pt modelId="{8AF07983-5537-48EA-B879-AA52F4D7F7B0}" type="pres">
      <dgm:prSet presAssocID="{7022CD81-64AD-4566-B9F8-165E4F83B3B7}" presName="linear" presStyleCnt="0">
        <dgm:presLayoutVars>
          <dgm:animLvl val="lvl"/>
          <dgm:resizeHandles val="exact"/>
        </dgm:presLayoutVars>
      </dgm:prSet>
      <dgm:spPr/>
    </dgm:pt>
    <dgm:pt modelId="{78B61711-B75F-407C-A5C4-8ADC27E2BAC4}" type="pres">
      <dgm:prSet presAssocID="{EC768C55-4F3E-4161-9DF9-62B1C9C27B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2FC3E8-BBD8-4646-9814-3DEB5359A4DF}" type="pres">
      <dgm:prSet presAssocID="{EC768C55-4F3E-4161-9DF9-62B1C9C27B13}" presName="childText" presStyleLbl="revTx" presStyleIdx="0" presStyleCnt="3">
        <dgm:presLayoutVars>
          <dgm:bulletEnabled val="1"/>
        </dgm:presLayoutVars>
      </dgm:prSet>
      <dgm:spPr/>
    </dgm:pt>
    <dgm:pt modelId="{20A1196E-B093-4441-A780-58162297D45A}" type="pres">
      <dgm:prSet presAssocID="{17EF1215-5DF0-45BB-85BE-AA3B53CB26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7BB72A2-3020-4C68-A030-E1E089137F6C}" type="pres">
      <dgm:prSet presAssocID="{17EF1215-5DF0-45BB-85BE-AA3B53CB2678}" presName="childText" presStyleLbl="revTx" presStyleIdx="1" presStyleCnt="3">
        <dgm:presLayoutVars>
          <dgm:bulletEnabled val="1"/>
        </dgm:presLayoutVars>
      </dgm:prSet>
      <dgm:spPr/>
    </dgm:pt>
    <dgm:pt modelId="{471BCB31-1C0A-43F8-8D36-3033404360D4}" type="pres">
      <dgm:prSet presAssocID="{1FDCBC79-5302-4F40-B0D0-25B981AC866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3E42F73-F3FC-490E-A3B3-294899CB56D8}" type="pres">
      <dgm:prSet presAssocID="{1FDCBC79-5302-4F40-B0D0-25B981AC866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D068928-8E5D-4322-9179-30273CA46E77}" srcId="{17EF1215-5DF0-45BB-85BE-AA3B53CB2678}" destId="{18155B20-9DD4-4DFA-AAF4-3A52420F15A3}" srcOrd="3" destOrd="0" parTransId="{39481762-E996-467B-BDF1-9BF0DB5B5A40}" sibTransId="{36398DD4-A6EC-443B-ACC2-C3F1E1FEE6DB}"/>
    <dgm:cxn modelId="{297C6C67-BD48-4399-B54E-F498D216638F}" type="presOf" srcId="{CDAA2975-E1EB-4F58-8BAC-489FE00DAAF4}" destId="{752FC3E8-BBD8-4646-9814-3DEB5359A4DF}" srcOrd="0" destOrd="0" presId="urn:microsoft.com/office/officeart/2005/8/layout/vList2"/>
    <dgm:cxn modelId="{A2CA4268-3BD6-43D1-9B33-DEE8F6686FD0}" srcId="{17EF1215-5DF0-45BB-85BE-AA3B53CB2678}" destId="{16D3F5A4-1F97-4A61-A7E9-930690CA9D2A}" srcOrd="1" destOrd="0" parTransId="{1BC95B52-6DA0-4B69-B8D2-34A6F435D578}" sibTransId="{C4212EB8-EB42-405D-8CE1-E1EB9B164370}"/>
    <dgm:cxn modelId="{B503C94A-28A5-4322-94C2-138ACE7897C4}" srcId="{17EF1215-5DF0-45BB-85BE-AA3B53CB2678}" destId="{95425946-BBF9-4BC3-B21A-F0C062D92215}" srcOrd="2" destOrd="0" parTransId="{1E769575-BDFC-4277-9D59-99A4533C9B16}" sibTransId="{0908562A-1F24-4BE7-B10E-2525D806A8F7}"/>
    <dgm:cxn modelId="{CE2D0A51-C2C8-45A4-A810-B131C1E07F6F}" type="presOf" srcId="{18155B20-9DD4-4DFA-AAF4-3A52420F15A3}" destId="{D7BB72A2-3020-4C68-A030-E1E089137F6C}" srcOrd="0" destOrd="3" presId="urn:microsoft.com/office/officeart/2005/8/layout/vList2"/>
    <dgm:cxn modelId="{E55C5854-E3FE-4017-A750-D7BC84684D04}" type="presOf" srcId="{9D18E03A-2621-4507-8E65-AD9B47D83D47}" destId="{F3E42F73-F3FC-490E-A3B3-294899CB56D8}" srcOrd="0" destOrd="0" presId="urn:microsoft.com/office/officeart/2005/8/layout/vList2"/>
    <dgm:cxn modelId="{37F51680-3CC0-4B6C-8474-814E8E8878E1}" srcId="{EC768C55-4F3E-4161-9DF9-62B1C9C27B13}" destId="{CDAA2975-E1EB-4F58-8BAC-489FE00DAAF4}" srcOrd="0" destOrd="0" parTransId="{037D4812-0704-4D2E-B74B-4250BB25FED9}" sibTransId="{DEEA70E6-24C9-4492-877E-3AFD1800851A}"/>
    <dgm:cxn modelId="{74A74C83-B4F6-41F1-9DE7-E40D82C9AC8A}" srcId="{17EF1215-5DF0-45BB-85BE-AA3B53CB2678}" destId="{6727BDBE-F3E3-4027-BB16-215A0D5F0DBD}" srcOrd="0" destOrd="0" parTransId="{82A15357-DC10-4945-B810-931BA9839AD2}" sibTransId="{1B5A5C79-FEB6-4ADD-A60C-9164C4B8EB38}"/>
    <dgm:cxn modelId="{E5132E93-B93B-4755-B6D8-13CD63FF2A4D}" srcId="{7022CD81-64AD-4566-B9F8-165E4F83B3B7}" destId="{17EF1215-5DF0-45BB-85BE-AA3B53CB2678}" srcOrd="1" destOrd="0" parTransId="{FC605A55-3EAC-48D2-946F-74137C71F9A3}" sibTransId="{9E824C29-3D43-4043-8328-8855BF5DFC20}"/>
    <dgm:cxn modelId="{FB15CB98-9E5E-4BC9-B7BD-39863A846FCD}" type="presOf" srcId="{95425946-BBF9-4BC3-B21A-F0C062D92215}" destId="{D7BB72A2-3020-4C68-A030-E1E089137F6C}" srcOrd="0" destOrd="2" presId="urn:microsoft.com/office/officeart/2005/8/layout/vList2"/>
    <dgm:cxn modelId="{5C7045B8-6366-402D-9DED-68CD80FD4ABE}" srcId="{7022CD81-64AD-4566-B9F8-165E4F83B3B7}" destId="{EC768C55-4F3E-4161-9DF9-62B1C9C27B13}" srcOrd="0" destOrd="0" parTransId="{78AA5803-BFEE-47A2-A811-3082EE981B33}" sibTransId="{119BE943-8978-452E-8130-1A8A9B140966}"/>
    <dgm:cxn modelId="{57AC74BC-5D77-4FC4-B922-55E0FA53A410}" type="presOf" srcId="{1FDCBC79-5302-4F40-B0D0-25B981AC8664}" destId="{471BCB31-1C0A-43F8-8D36-3033404360D4}" srcOrd="0" destOrd="0" presId="urn:microsoft.com/office/officeart/2005/8/layout/vList2"/>
    <dgm:cxn modelId="{DB6858BF-436D-4061-A234-64CFBBB4FCA2}" srcId="{1FDCBC79-5302-4F40-B0D0-25B981AC8664}" destId="{9D18E03A-2621-4507-8E65-AD9B47D83D47}" srcOrd="0" destOrd="0" parTransId="{34333F3A-2EDC-45A5-99A6-2EED9C03E2B1}" sibTransId="{FF98832E-1ED6-4515-A334-B03AC1A4CA44}"/>
    <dgm:cxn modelId="{FB4BFFD6-5C77-4C09-AA5F-BCB6647BB202}" srcId="{7022CD81-64AD-4566-B9F8-165E4F83B3B7}" destId="{1FDCBC79-5302-4F40-B0D0-25B981AC8664}" srcOrd="2" destOrd="0" parTransId="{C895B64D-BB72-4DD0-BFDF-2910063618B2}" sibTransId="{BC6B0C3F-82A7-4663-B815-F7A47FF67F85}"/>
    <dgm:cxn modelId="{CCA65DE6-EB5E-4B59-89BD-D139AA3FF00D}" type="presOf" srcId="{7022CD81-64AD-4566-B9F8-165E4F83B3B7}" destId="{8AF07983-5537-48EA-B879-AA52F4D7F7B0}" srcOrd="0" destOrd="0" presId="urn:microsoft.com/office/officeart/2005/8/layout/vList2"/>
    <dgm:cxn modelId="{6CDEDCF0-ED93-403A-87F0-811F6A726BDD}" type="presOf" srcId="{17EF1215-5DF0-45BB-85BE-AA3B53CB2678}" destId="{20A1196E-B093-4441-A780-58162297D45A}" srcOrd="0" destOrd="0" presId="urn:microsoft.com/office/officeart/2005/8/layout/vList2"/>
    <dgm:cxn modelId="{CA5E0AF1-CF5E-4F72-804C-E7B49840C516}" type="presOf" srcId="{6727BDBE-F3E3-4027-BB16-215A0D5F0DBD}" destId="{D7BB72A2-3020-4C68-A030-E1E089137F6C}" srcOrd="0" destOrd="0" presId="urn:microsoft.com/office/officeart/2005/8/layout/vList2"/>
    <dgm:cxn modelId="{F6A63CF5-B865-4977-998D-3E15A428F9F0}" type="presOf" srcId="{EC768C55-4F3E-4161-9DF9-62B1C9C27B13}" destId="{78B61711-B75F-407C-A5C4-8ADC27E2BAC4}" srcOrd="0" destOrd="0" presId="urn:microsoft.com/office/officeart/2005/8/layout/vList2"/>
    <dgm:cxn modelId="{1CFFB0FF-CEBC-4ACC-8D49-4BEE0B87E87D}" type="presOf" srcId="{16D3F5A4-1F97-4A61-A7E9-930690CA9D2A}" destId="{D7BB72A2-3020-4C68-A030-E1E089137F6C}" srcOrd="0" destOrd="1" presId="urn:microsoft.com/office/officeart/2005/8/layout/vList2"/>
    <dgm:cxn modelId="{5CB2081C-4768-4E99-9F21-0AB494FA02FD}" type="presParOf" srcId="{8AF07983-5537-48EA-B879-AA52F4D7F7B0}" destId="{78B61711-B75F-407C-A5C4-8ADC27E2BAC4}" srcOrd="0" destOrd="0" presId="urn:microsoft.com/office/officeart/2005/8/layout/vList2"/>
    <dgm:cxn modelId="{9584BB76-23AD-4618-8764-9617FFE73A9B}" type="presParOf" srcId="{8AF07983-5537-48EA-B879-AA52F4D7F7B0}" destId="{752FC3E8-BBD8-4646-9814-3DEB5359A4DF}" srcOrd="1" destOrd="0" presId="urn:microsoft.com/office/officeart/2005/8/layout/vList2"/>
    <dgm:cxn modelId="{4E542DBE-B761-40C0-BA4E-56649A31615D}" type="presParOf" srcId="{8AF07983-5537-48EA-B879-AA52F4D7F7B0}" destId="{20A1196E-B093-4441-A780-58162297D45A}" srcOrd="2" destOrd="0" presId="urn:microsoft.com/office/officeart/2005/8/layout/vList2"/>
    <dgm:cxn modelId="{50F62AE2-447B-42EA-A159-C9CE14B571D1}" type="presParOf" srcId="{8AF07983-5537-48EA-B879-AA52F4D7F7B0}" destId="{D7BB72A2-3020-4C68-A030-E1E089137F6C}" srcOrd="3" destOrd="0" presId="urn:microsoft.com/office/officeart/2005/8/layout/vList2"/>
    <dgm:cxn modelId="{B1300035-96D9-413D-942D-EC36255019BD}" type="presParOf" srcId="{8AF07983-5537-48EA-B879-AA52F4D7F7B0}" destId="{471BCB31-1C0A-43F8-8D36-3033404360D4}" srcOrd="4" destOrd="0" presId="urn:microsoft.com/office/officeart/2005/8/layout/vList2"/>
    <dgm:cxn modelId="{1F3D3BE6-874A-4A0A-93A8-927A975715E2}" type="presParOf" srcId="{8AF07983-5537-48EA-B879-AA52F4D7F7B0}" destId="{F3E42F73-F3FC-490E-A3B3-294899CB56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57A0BB-B8EC-4B90-9668-3D9C6AC6DB5E}" type="doc">
      <dgm:prSet loTypeId="urn:microsoft.com/office/officeart/2018/2/layout/IconLabelDescriptionList" loCatId="icon" qsTypeId="urn:microsoft.com/office/officeart/2005/8/quickstyle/simple1#1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7EA60B-4590-404E-A675-C20D33337A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TradeGothic" panose="00000400000000000000"/>
            </a:rPr>
            <a:t>Exploration</a:t>
          </a:r>
          <a:endParaRPr lang="en-US" dirty="0">
            <a:latin typeface="TradeGothic" panose="00000400000000000000"/>
          </a:endParaRPr>
        </a:p>
      </dgm:t>
    </dgm:pt>
    <dgm:pt modelId="{F3E82D94-4E82-4727-A082-78756A6F1582}" type="parTrans" cxnId="{7CD24C24-1254-46FA-BF1A-299AC2506382}">
      <dgm:prSet/>
      <dgm:spPr/>
      <dgm:t>
        <a:bodyPr/>
        <a:lstStyle/>
        <a:p>
          <a:endParaRPr lang="en-US"/>
        </a:p>
      </dgm:t>
    </dgm:pt>
    <dgm:pt modelId="{A87DF97B-9785-49C2-9D83-87A80DB46166}" type="sibTrans" cxnId="{7CD24C24-1254-46FA-BF1A-299AC2506382}">
      <dgm:prSet/>
      <dgm:spPr/>
      <dgm:t>
        <a:bodyPr/>
        <a:lstStyle/>
        <a:p>
          <a:endParaRPr lang="en-US"/>
        </a:p>
      </dgm:t>
    </dgm:pt>
    <dgm:pt modelId="{377C41CA-AE05-4C3D-B8F6-BD1A958302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dirty="0">
              <a:latin typeface="TradeGothic" panose="00000400000000000000"/>
            </a:rPr>
            <a:t>Trying new actions</a:t>
          </a:r>
        </a:p>
      </dgm:t>
    </dgm:pt>
    <dgm:pt modelId="{5CF7B0FA-23A6-4770-A83E-68F8B5923683}" type="parTrans" cxnId="{FC99FA6D-ADF1-47FD-9D3F-F27BEE1D5A18}">
      <dgm:prSet/>
      <dgm:spPr/>
      <dgm:t>
        <a:bodyPr/>
        <a:lstStyle/>
        <a:p>
          <a:endParaRPr lang="en-US"/>
        </a:p>
      </dgm:t>
    </dgm:pt>
    <dgm:pt modelId="{969E0C7E-B492-483E-A7AD-0957426D950B}" type="sibTrans" cxnId="{FC99FA6D-ADF1-47FD-9D3F-F27BEE1D5A18}">
      <dgm:prSet/>
      <dgm:spPr/>
      <dgm:t>
        <a:bodyPr/>
        <a:lstStyle/>
        <a:p>
          <a:endParaRPr lang="en-US"/>
        </a:p>
      </dgm:t>
    </dgm:pt>
    <dgm:pt modelId="{EAB7B13E-3BD8-4469-99BB-9D2A9D2C52CB}">
      <dgm:prSet/>
      <dgm:spPr/>
      <dgm:t>
        <a:bodyPr/>
        <a:lstStyle/>
        <a:p>
          <a:pPr>
            <a:lnSpc>
              <a:spcPct val="100000"/>
            </a:lnSpc>
          </a:pPr>
          <a:endParaRPr lang="en-US" sz="1700" dirty="0">
            <a:latin typeface="TradeGothic" panose="00000400000000000000"/>
          </a:endParaRPr>
        </a:p>
      </dgm:t>
    </dgm:pt>
    <dgm:pt modelId="{39716388-C717-48AC-A1EE-018310208CD0}" type="parTrans" cxnId="{F8D47025-50C0-4161-A125-FCD4CC5FF0ED}">
      <dgm:prSet/>
      <dgm:spPr/>
      <dgm:t>
        <a:bodyPr/>
        <a:lstStyle/>
        <a:p>
          <a:endParaRPr lang="en-US"/>
        </a:p>
      </dgm:t>
    </dgm:pt>
    <dgm:pt modelId="{2F245D75-B9EB-45B8-957B-B5EE8FB25B26}" type="sibTrans" cxnId="{F8D47025-50C0-4161-A125-FCD4CC5FF0ED}">
      <dgm:prSet/>
      <dgm:spPr/>
      <dgm:t>
        <a:bodyPr/>
        <a:lstStyle/>
        <a:p>
          <a:endParaRPr lang="en-US"/>
        </a:p>
      </dgm:t>
    </dgm:pt>
    <dgm:pt modelId="{28A6390D-F110-425D-8495-4DB17B6C82F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dirty="0">
              <a:latin typeface="TradeGothic" panose="00000400000000000000"/>
            </a:rPr>
            <a:t>Gathering information</a:t>
          </a:r>
        </a:p>
      </dgm:t>
    </dgm:pt>
    <dgm:pt modelId="{F16138CF-4866-4F7A-BC56-F7EBE7A8C370}" type="parTrans" cxnId="{4C437D04-0F4F-4431-AEBD-A1E8DB87D8E0}">
      <dgm:prSet/>
      <dgm:spPr/>
      <dgm:t>
        <a:bodyPr/>
        <a:lstStyle/>
        <a:p>
          <a:endParaRPr lang="en-SG"/>
        </a:p>
      </dgm:t>
    </dgm:pt>
    <dgm:pt modelId="{2E6413B7-639B-423B-B6F6-B67029D4E21C}" type="sibTrans" cxnId="{4C437D04-0F4F-4431-AEBD-A1E8DB87D8E0}">
      <dgm:prSet/>
      <dgm:spPr/>
      <dgm:t>
        <a:bodyPr/>
        <a:lstStyle/>
        <a:p>
          <a:endParaRPr lang="en-SG"/>
        </a:p>
      </dgm:t>
    </dgm:pt>
    <dgm:pt modelId="{9549CC9B-DF14-4F4F-A928-4FA8A32BB9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dirty="0">
              <a:latin typeface="TradeGothic" panose="00000400000000000000"/>
            </a:rPr>
            <a:t>Discovering better strategies</a:t>
          </a:r>
        </a:p>
      </dgm:t>
    </dgm:pt>
    <dgm:pt modelId="{5E3547AA-120B-40F9-9F35-D90501E8FB2B}" type="parTrans" cxnId="{BAC7C984-D267-4CC0-95AC-850D7A8BCAE8}">
      <dgm:prSet/>
      <dgm:spPr/>
      <dgm:t>
        <a:bodyPr/>
        <a:lstStyle/>
        <a:p>
          <a:endParaRPr lang="en-SG"/>
        </a:p>
      </dgm:t>
    </dgm:pt>
    <dgm:pt modelId="{0613D8D2-4ABA-441A-9AE3-D0742D7F20F5}" type="sibTrans" cxnId="{BAC7C984-D267-4CC0-95AC-850D7A8BCAE8}">
      <dgm:prSet/>
      <dgm:spPr/>
      <dgm:t>
        <a:bodyPr/>
        <a:lstStyle/>
        <a:p>
          <a:endParaRPr lang="en-SG"/>
        </a:p>
      </dgm:t>
    </dgm:pt>
    <dgm:pt modelId="{3836F743-59A8-4B61-9635-299A2744FE52}" type="pres">
      <dgm:prSet presAssocID="{EB57A0BB-B8EC-4B90-9668-3D9C6AC6DB5E}" presName="root" presStyleCnt="0">
        <dgm:presLayoutVars>
          <dgm:dir/>
          <dgm:resizeHandles val="exact"/>
        </dgm:presLayoutVars>
      </dgm:prSet>
      <dgm:spPr/>
    </dgm:pt>
    <dgm:pt modelId="{B9D26109-5BB5-48E5-8F81-6FEF27E33751}" type="pres">
      <dgm:prSet presAssocID="{CD7EA60B-4590-404E-A675-C20D33337A7D}" presName="compNode" presStyleCnt="0"/>
      <dgm:spPr/>
    </dgm:pt>
    <dgm:pt modelId="{C8D1CE34-B121-4DF8-934A-3F79937E2E2B}" type="pres">
      <dgm:prSet presAssocID="{CD7EA60B-4590-404E-A675-C20D33337A7D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457D820-9E36-45C7-87B6-7CCF3F99D645}" type="pres">
      <dgm:prSet presAssocID="{CD7EA60B-4590-404E-A675-C20D33337A7D}" presName="iconSpace" presStyleCnt="0"/>
      <dgm:spPr/>
    </dgm:pt>
    <dgm:pt modelId="{A6B9CE47-4618-4144-A361-BE85D157749C}" type="pres">
      <dgm:prSet presAssocID="{CD7EA60B-4590-404E-A675-C20D33337A7D}" presName="parTx" presStyleLbl="revTx" presStyleIdx="0" presStyleCnt="2">
        <dgm:presLayoutVars>
          <dgm:chMax val="0"/>
          <dgm:chPref val="0"/>
        </dgm:presLayoutVars>
      </dgm:prSet>
      <dgm:spPr/>
    </dgm:pt>
    <dgm:pt modelId="{3B617E94-5D36-45C5-8200-8200EDF81DB8}" type="pres">
      <dgm:prSet presAssocID="{CD7EA60B-4590-404E-A675-C20D33337A7D}" presName="txSpace" presStyleCnt="0"/>
      <dgm:spPr/>
    </dgm:pt>
    <dgm:pt modelId="{CA8E516A-1921-456D-ABAE-5580C03BEF5B}" type="pres">
      <dgm:prSet presAssocID="{CD7EA60B-4590-404E-A675-C20D33337A7D}" presName="desTx" presStyleLbl="revTx" presStyleIdx="1" presStyleCnt="2">
        <dgm:presLayoutVars/>
      </dgm:prSet>
      <dgm:spPr/>
    </dgm:pt>
  </dgm:ptLst>
  <dgm:cxnLst>
    <dgm:cxn modelId="{4C437D04-0F4F-4431-AEBD-A1E8DB87D8E0}" srcId="{CD7EA60B-4590-404E-A675-C20D33337A7D}" destId="{28A6390D-F110-425D-8495-4DB17B6C82F4}" srcOrd="1" destOrd="0" parTransId="{F16138CF-4866-4F7A-BC56-F7EBE7A8C370}" sibTransId="{2E6413B7-639B-423B-B6F6-B67029D4E21C}"/>
    <dgm:cxn modelId="{C7BEA71A-594C-44D8-841B-B68E826F6E2E}" type="presOf" srcId="{CD7EA60B-4590-404E-A675-C20D33337A7D}" destId="{A6B9CE47-4618-4144-A361-BE85D157749C}" srcOrd="0" destOrd="0" presId="urn:microsoft.com/office/officeart/2018/2/layout/IconLabelDescriptionList"/>
    <dgm:cxn modelId="{7CD24C24-1254-46FA-BF1A-299AC2506382}" srcId="{EB57A0BB-B8EC-4B90-9668-3D9C6AC6DB5E}" destId="{CD7EA60B-4590-404E-A675-C20D33337A7D}" srcOrd="0" destOrd="0" parTransId="{F3E82D94-4E82-4727-A082-78756A6F1582}" sibTransId="{A87DF97B-9785-49C2-9D83-87A80DB46166}"/>
    <dgm:cxn modelId="{F8D47025-50C0-4161-A125-FCD4CC5FF0ED}" srcId="{CD7EA60B-4590-404E-A675-C20D33337A7D}" destId="{EAB7B13E-3BD8-4469-99BB-9D2A9D2C52CB}" srcOrd="3" destOrd="0" parTransId="{39716388-C717-48AC-A1EE-018310208CD0}" sibTransId="{2F245D75-B9EB-45B8-957B-B5EE8FB25B26}"/>
    <dgm:cxn modelId="{E2BC4D61-BEE9-4663-B827-445F3D60AD8D}" type="presOf" srcId="{EAB7B13E-3BD8-4469-99BB-9D2A9D2C52CB}" destId="{CA8E516A-1921-456D-ABAE-5580C03BEF5B}" srcOrd="0" destOrd="3" presId="urn:microsoft.com/office/officeart/2018/2/layout/IconLabelDescriptionList"/>
    <dgm:cxn modelId="{D3845944-FBB4-44CF-A65F-AF7BB8022E67}" type="presOf" srcId="{28A6390D-F110-425D-8495-4DB17B6C82F4}" destId="{CA8E516A-1921-456D-ABAE-5580C03BEF5B}" srcOrd="0" destOrd="1" presId="urn:microsoft.com/office/officeart/2018/2/layout/IconLabelDescriptionList"/>
    <dgm:cxn modelId="{FC99FA6D-ADF1-47FD-9D3F-F27BEE1D5A18}" srcId="{CD7EA60B-4590-404E-A675-C20D33337A7D}" destId="{377C41CA-AE05-4C3D-B8F6-BD1A958302DF}" srcOrd="0" destOrd="0" parTransId="{5CF7B0FA-23A6-4770-A83E-68F8B5923683}" sibTransId="{969E0C7E-B492-483E-A7AD-0957426D950B}"/>
    <dgm:cxn modelId="{EB95B083-6E35-4C8A-9A69-B47FD7B41EF9}" type="presOf" srcId="{377C41CA-AE05-4C3D-B8F6-BD1A958302DF}" destId="{CA8E516A-1921-456D-ABAE-5580C03BEF5B}" srcOrd="0" destOrd="0" presId="urn:microsoft.com/office/officeart/2018/2/layout/IconLabelDescriptionList"/>
    <dgm:cxn modelId="{BAC7C984-D267-4CC0-95AC-850D7A8BCAE8}" srcId="{CD7EA60B-4590-404E-A675-C20D33337A7D}" destId="{9549CC9B-DF14-4F4F-A928-4FA8A32BB942}" srcOrd="2" destOrd="0" parTransId="{5E3547AA-120B-40F9-9F35-D90501E8FB2B}" sibTransId="{0613D8D2-4ABA-441A-9AE3-D0742D7F20F5}"/>
    <dgm:cxn modelId="{0E3762D5-C2A1-41FF-89C1-8C70A88A9D71}" type="presOf" srcId="{EB57A0BB-B8EC-4B90-9668-3D9C6AC6DB5E}" destId="{3836F743-59A8-4B61-9635-299A2744FE52}" srcOrd="0" destOrd="0" presId="urn:microsoft.com/office/officeart/2018/2/layout/IconLabelDescriptionList"/>
    <dgm:cxn modelId="{16D9ABD8-C65E-468C-A58C-9F005B62C17D}" type="presOf" srcId="{9549CC9B-DF14-4F4F-A928-4FA8A32BB942}" destId="{CA8E516A-1921-456D-ABAE-5580C03BEF5B}" srcOrd="0" destOrd="2" presId="urn:microsoft.com/office/officeart/2018/2/layout/IconLabelDescriptionList"/>
    <dgm:cxn modelId="{4B192239-B020-4AB8-BB57-1D5FEC5772F7}" type="presParOf" srcId="{3836F743-59A8-4B61-9635-299A2744FE52}" destId="{B9D26109-5BB5-48E5-8F81-6FEF27E33751}" srcOrd="0" destOrd="0" presId="urn:microsoft.com/office/officeart/2018/2/layout/IconLabelDescriptionList"/>
    <dgm:cxn modelId="{85CF5B76-014E-4D4B-8B6D-B1B7F1F36C69}" type="presParOf" srcId="{B9D26109-5BB5-48E5-8F81-6FEF27E33751}" destId="{C8D1CE34-B121-4DF8-934A-3F79937E2E2B}" srcOrd="0" destOrd="0" presId="urn:microsoft.com/office/officeart/2018/2/layout/IconLabelDescriptionList"/>
    <dgm:cxn modelId="{EF13DABA-E291-475B-BCD1-3C6C2E17CF87}" type="presParOf" srcId="{B9D26109-5BB5-48E5-8F81-6FEF27E33751}" destId="{2457D820-9E36-45C7-87B6-7CCF3F99D645}" srcOrd="1" destOrd="0" presId="urn:microsoft.com/office/officeart/2018/2/layout/IconLabelDescriptionList"/>
    <dgm:cxn modelId="{BDE14C38-500A-4BFA-A236-D1FA28A6161B}" type="presParOf" srcId="{B9D26109-5BB5-48E5-8F81-6FEF27E33751}" destId="{A6B9CE47-4618-4144-A361-BE85D157749C}" srcOrd="2" destOrd="0" presId="urn:microsoft.com/office/officeart/2018/2/layout/IconLabelDescriptionList"/>
    <dgm:cxn modelId="{E97A210B-218E-4A79-91A1-3632DAE9F156}" type="presParOf" srcId="{B9D26109-5BB5-48E5-8F81-6FEF27E33751}" destId="{3B617E94-5D36-45C5-8200-8200EDF81DB8}" srcOrd="3" destOrd="0" presId="urn:microsoft.com/office/officeart/2018/2/layout/IconLabelDescriptionList"/>
    <dgm:cxn modelId="{6865BA56-9D39-4826-B030-DD8A0792AD3E}" type="presParOf" srcId="{B9D26109-5BB5-48E5-8F81-6FEF27E33751}" destId="{CA8E516A-1921-456D-ABAE-5580C03BEF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57A0BB-B8EC-4B90-9668-3D9C6AC6DB5E}" type="doc">
      <dgm:prSet loTypeId="urn:microsoft.com/office/officeart/2018/2/layout/IconLabelDescriptionList" loCatId="icon" qsTypeId="urn:microsoft.com/office/officeart/2005/8/quickstyle/simple1#1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7EA60B-4590-404E-A675-C20D33337A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TradeGothic" panose="00000400000000000000"/>
            </a:rPr>
            <a:t>Exploitation</a:t>
          </a:r>
          <a:endParaRPr lang="en-US" dirty="0">
            <a:latin typeface="TradeGothic" panose="00000400000000000000"/>
          </a:endParaRPr>
        </a:p>
      </dgm:t>
    </dgm:pt>
    <dgm:pt modelId="{F3E82D94-4E82-4727-A082-78756A6F1582}" type="parTrans" cxnId="{7CD24C24-1254-46FA-BF1A-299AC2506382}">
      <dgm:prSet/>
      <dgm:spPr/>
      <dgm:t>
        <a:bodyPr/>
        <a:lstStyle/>
        <a:p>
          <a:endParaRPr lang="en-US"/>
        </a:p>
      </dgm:t>
    </dgm:pt>
    <dgm:pt modelId="{A87DF97B-9785-49C2-9D83-87A80DB46166}" type="sibTrans" cxnId="{7CD24C24-1254-46FA-BF1A-299AC2506382}">
      <dgm:prSet/>
      <dgm:spPr/>
      <dgm:t>
        <a:bodyPr/>
        <a:lstStyle/>
        <a:p>
          <a:endParaRPr lang="en-US"/>
        </a:p>
      </dgm:t>
    </dgm:pt>
    <dgm:pt modelId="{377C41CA-AE05-4C3D-B8F6-BD1A958302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dirty="0">
              <a:latin typeface="TradeGothic" panose="00000400000000000000"/>
            </a:rPr>
            <a:t>Using known successful actions</a:t>
          </a:r>
          <a:endParaRPr lang="en-US" sz="2000" dirty="0">
            <a:latin typeface="TradeGothic" panose="00000400000000000000"/>
          </a:endParaRPr>
        </a:p>
      </dgm:t>
    </dgm:pt>
    <dgm:pt modelId="{5CF7B0FA-23A6-4770-A83E-68F8B5923683}" type="parTrans" cxnId="{FC99FA6D-ADF1-47FD-9D3F-F27BEE1D5A18}">
      <dgm:prSet/>
      <dgm:spPr/>
      <dgm:t>
        <a:bodyPr/>
        <a:lstStyle/>
        <a:p>
          <a:endParaRPr lang="en-US"/>
        </a:p>
      </dgm:t>
    </dgm:pt>
    <dgm:pt modelId="{969E0C7E-B492-483E-A7AD-0957426D950B}" type="sibTrans" cxnId="{FC99FA6D-ADF1-47FD-9D3F-F27BEE1D5A18}">
      <dgm:prSet/>
      <dgm:spPr/>
      <dgm:t>
        <a:bodyPr/>
        <a:lstStyle/>
        <a:p>
          <a:endParaRPr lang="en-US"/>
        </a:p>
      </dgm:t>
    </dgm:pt>
    <dgm:pt modelId="{EAB7B13E-3BD8-4469-99BB-9D2A9D2C52CB}">
      <dgm:prSet/>
      <dgm:spPr/>
      <dgm:t>
        <a:bodyPr/>
        <a:lstStyle/>
        <a:p>
          <a:pPr>
            <a:lnSpc>
              <a:spcPct val="100000"/>
            </a:lnSpc>
          </a:pPr>
          <a:endParaRPr lang="en-US" sz="1700" dirty="0">
            <a:latin typeface="TradeGothic" panose="00000400000000000000"/>
          </a:endParaRPr>
        </a:p>
      </dgm:t>
    </dgm:pt>
    <dgm:pt modelId="{39716388-C717-48AC-A1EE-018310208CD0}" type="parTrans" cxnId="{F8D47025-50C0-4161-A125-FCD4CC5FF0ED}">
      <dgm:prSet/>
      <dgm:spPr/>
      <dgm:t>
        <a:bodyPr/>
        <a:lstStyle/>
        <a:p>
          <a:endParaRPr lang="en-US"/>
        </a:p>
      </dgm:t>
    </dgm:pt>
    <dgm:pt modelId="{2F245D75-B9EB-45B8-957B-B5EE8FB25B26}" type="sibTrans" cxnId="{F8D47025-50C0-4161-A125-FCD4CC5FF0ED}">
      <dgm:prSet/>
      <dgm:spPr/>
      <dgm:t>
        <a:bodyPr/>
        <a:lstStyle/>
        <a:p>
          <a:endParaRPr lang="en-US"/>
        </a:p>
      </dgm:t>
    </dgm:pt>
    <dgm:pt modelId="{76ACCB53-929D-4001-8285-D322748BB2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dirty="0">
              <a:latin typeface="TradeGothic" panose="00000400000000000000"/>
            </a:rPr>
            <a:t>Maximizing immediate reward</a:t>
          </a:r>
        </a:p>
      </dgm:t>
    </dgm:pt>
    <dgm:pt modelId="{F3F8306E-18F9-48DE-9355-3A55ACD0BFAC}" type="parTrans" cxnId="{E57C2F3A-B3A4-422E-8796-11E0B5BDFDE2}">
      <dgm:prSet/>
      <dgm:spPr/>
      <dgm:t>
        <a:bodyPr/>
        <a:lstStyle/>
        <a:p>
          <a:endParaRPr lang="en-SG"/>
        </a:p>
      </dgm:t>
    </dgm:pt>
    <dgm:pt modelId="{7C68B3E9-BE03-41BE-A1A1-B985649FE9F6}" type="sibTrans" cxnId="{E57C2F3A-B3A4-422E-8796-11E0B5BDFDE2}">
      <dgm:prSet/>
      <dgm:spPr/>
      <dgm:t>
        <a:bodyPr/>
        <a:lstStyle/>
        <a:p>
          <a:endParaRPr lang="en-SG"/>
        </a:p>
      </dgm:t>
    </dgm:pt>
    <dgm:pt modelId="{0174DC42-D2E0-4704-B545-812F0AAB34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dirty="0">
              <a:latin typeface="TradeGothic" panose="00000400000000000000"/>
            </a:rPr>
            <a:t>Applying learned behaviour</a:t>
          </a:r>
        </a:p>
      </dgm:t>
    </dgm:pt>
    <dgm:pt modelId="{C47A4AD2-8B8C-420B-9D38-7FDE9FDE44D7}" type="parTrans" cxnId="{374E1EB8-7295-44DC-8878-D6759C9A5131}">
      <dgm:prSet/>
      <dgm:spPr/>
      <dgm:t>
        <a:bodyPr/>
        <a:lstStyle/>
        <a:p>
          <a:endParaRPr lang="en-SG"/>
        </a:p>
      </dgm:t>
    </dgm:pt>
    <dgm:pt modelId="{7230E358-2279-4A2B-A207-5F31FB8580DA}" type="sibTrans" cxnId="{374E1EB8-7295-44DC-8878-D6759C9A5131}">
      <dgm:prSet/>
      <dgm:spPr/>
      <dgm:t>
        <a:bodyPr/>
        <a:lstStyle/>
        <a:p>
          <a:endParaRPr lang="en-SG"/>
        </a:p>
      </dgm:t>
    </dgm:pt>
    <dgm:pt modelId="{50B07B5B-9C14-4E98-B81D-9E225D8877D1}">
      <dgm:prSet custT="1"/>
      <dgm:spPr/>
      <dgm:t>
        <a:bodyPr/>
        <a:lstStyle/>
        <a:p>
          <a:pPr>
            <a:lnSpc>
              <a:spcPct val="100000"/>
            </a:lnSpc>
          </a:pPr>
          <a:endParaRPr lang="en-SG" sz="2000" dirty="0">
            <a:latin typeface="TradeGothic" panose="00000400000000000000"/>
          </a:endParaRPr>
        </a:p>
      </dgm:t>
    </dgm:pt>
    <dgm:pt modelId="{880FEAAB-F1E8-4D22-8BC8-D3DA400E358A}" type="parTrans" cxnId="{7EC2C7D8-14C3-4573-9A51-1C489D50E8D4}">
      <dgm:prSet/>
      <dgm:spPr/>
      <dgm:t>
        <a:bodyPr/>
        <a:lstStyle/>
        <a:p>
          <a:endParaRPr lang="en-SG"/>
        </a:p>
      </dgm:t>
    </dgm:pt>
    <dgm:pt modelId="{14C9645F-E6AF-4F7D-901D-92EA9CDE8E08}" type="sibTrans" cxnId="{7EC2C7D8-14C3-4573-9A51-1C489D50E8D4}">
      <dgm:prSet/>
      <dgm:spPr/>
      <dgm:t>
        <a:bodyPr/>
        <a:lstStyle/>
        <a:p>
          <a:endParaRPr lang="en-SG"/>
        </a:p>
      </dgm:t>
    </dgm:pt>
    <dgm:pt modelId="{3836F743-59A8-4B61-9635-299A2744FE52}" type="pres">
      <dgm:prSet presAssocID="{EB57A0BB-B8EC-4B90-9668-3D9C6AC6DB5E}" presName="root" presStyleCnt="0">
        <dgm:presLayoutVars>
          <dgm:dir/>
          <dgm:resizeHandles val="exact"/>
        </dgm:presLayoutVars>
      </dgm:prSet>
      <dgm:spPr/>
    </dgm:pt>
    <dgm:pt modelId="{B9D26109-5BB5-48E5-8F81-6FEF27E33751}" type="pres">
      <dgm:prSet presAssocID="{CD7EA60B-4590-404E-A675-C20D33337A7D}" presName="compNode" presStyleCnt="0"/>
      <dgm:spPr/>
    </dgm:pt>
    <dgm:pt modelId="{C8D1CE34-B121-4DF8-934A-3F79937E2E2B}" type="pres">
      <dgm:prSet presAssocID="{CD7EA60B-4590-404E-A675-C20D33337A7D}" presName="iconRect" presStyleLbl="nod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micals outline"/>
        </a:ext>
      </dgm:extLst>
    </dgm:pt>
    <dgm:pt modelId="{2457D820-9E36-45C7-87B6-7CCF3F99D645}" type="pres">
      <dgm:prSet presAssocID="{CD7EA60B-4590-404E-A675-C20D33337A7D}" presName="iconSpace" presStyleCnt="0"/>
      <dgm:spPr/>
    </dgm:pt>
    <dgm:pt modelId="{A6B9CE47-4618-4144-A361-BE85D157749C}" type="pres">
      <dgm:prSet presAssocID="{CD7EA60B-4590-404E-A675-C20D33337A7D}" presName="parTx" presStyleLbl="revTx" presStyleIdx="0" presStyleCnt="2">
        <dgm:presLayoutVars>
          <dgm:chMax val="0"/>
          <dgm:chPref val="0"/>
        </dgm:presLayoutVars>
      </dgm:prSet>
      <dgm:spPr/>
    </dgm:pt>
    <dgm:pt modelId="{3B617E94-5D36-45C5-8200-8200EDF81DB8}" type="pres">
      <dgm:prSet presAssocID="{CD7EA60B-4590-404E-A675-C20D33337A7D}" presName="txSpace" presStyleCnt="0"/>
      <dgm:spPr/>
    </dgm:pt>
    <dgm:pt modelId="{CA8E516A-1921-456D-ABAE-5580C03BEF5B}" type="pres">
      <dgm:prSet presAssocID="{CD7EA60B-4590-404E-A675-C20D33337A7D}" presName="desTx" presStyleLbl="revTx" presStyleIdx="1" presStyleCnt="2">
        <dgm:presLayoutVars/>
      </dgm:prSet>
      <dgm:spPr/>
    </dgm:pt>
  </dgm:ptLst>
  <dgm:cxnLst>
    <dgm:cxn modelId="{C7BEA71A-594C-44D8-841B-B68E826F6E2E}" type="presOf" srcId="{CD7EA60B-4590-404E-A675-C20D33337A7D}" destId="{A6B9CE47-4618-4144-A361-BE85D157749C}" srcOrd="0" destOrd="0" presId="urn:microsoft.com/office/officeart/2018/2/layout/IconLabelDescriptionList"/>
    <dgm:cxn modelId="{7CD24C24-1254-46FA-BF1A-299AC2506382}" srcId="{EB57A0BB-B8EC-4B90-9668-3D9C6AC6DB5E}" destId="{CD7EA60B-4590-404E-A675-C20D33337A7D}" srcOrd="0" destOrd="0" parTransId="{F3E82D94-4E82-4727-A082-78756A6F1582}" sibTransId="{A87DF97B-9785-49C2-9D83-87A80DB46166}"/>
    <dgm:cxn modelId="{04969824-0E38-475F-838B-A0E8A5124C05}" type="presOf" srcId="{76ACCB53-929D-4001-8285-D322748BB206}" destId="{CA8E516A-1921-456D-ABAE-5580C03BEF5B}" srcOrd="0" destOrd="1" presId="urn:microsoft.com/office/officeart/2018/2/layout/IconLabelDescriptionList"/>
    <dgm:cxn modelId="{F8D47025-50C0-4161-A125-FCD4CC5FF0ED}" srcId="{CD7EA60B-4590-404E-A675-C20D33337A7D}" destId="{EAB7B13E-3BD8-4469-99BB-9D2A9D2C52CB}" srcOrd="4" destOrd="0" parTransId="{39716388-C717-48AC-A1EE-018310208CD0}" sibTransId="{2F245D75-B9EB-45B8-957B-B5EE8FB25B26}"/>
    <dgm:cxn modelId="{E57C2F3A-B3A4-422E-8796-11E0B5BDFDE2}" srcId="{CD7EA60B-4590-404E-A675-C20D33337A7D}" destId="{76ACCB53-929D-4001-8285-D322748BB206}" srcOrd="1" destOrd="0" parTransId="{F3F8306E-18F9-48DE-9355-3A55ACD0BFAC}" sibTransId="{7C68B3E9-BE03-41BE-A1A1-B985649FE9F6}"/>
    <dgm:cxn modelId="{E2BC4D61-BEE9-4663-B827-445F3D60AD8D}" type="presOf" srcId="{EAB7B13E-3BD8-4469-99BB-9D2A9D2C52CB}" destId="{CA8E516A-1921-456D-ABAE-5580C03BEF5B}" srcOrd="0" destOrd="4" presId="urn:microsoft.com/office/officeart/2018/2/layout/IconLabelDescriptionList"/>
    <dgm:cxn modelId="{FC99FA6D-ADF1-47FD-9D3F-F27BEE1D5A18}" srcId="{CD7EA60B-4590-404E-A675-C20D33337A7D}" destId="{377C41CA-AE05-4C3D-B8F6-BD1A958302DF}" srcOrd="0" destOrd="0" parTransId="{5CF7B0FA-23A6-4770-A83E-68F8B5923683}" sibTransId="{969E0C7E-B492-483E-A7AD-0957426D950B}"/>
    <dgm:cxn modelId="{EB95B083-6E35-4C8A-9A69-B47FD7B41EF9}" type="presOf" srcId="{377C41CA-AE05-4C3D-B8F6-BD1A958302DF}" destId="{CA8E516A-1921-456D-ABAE-5580C03BEF5B}" srcOrd="0" destOrd="0" presId="urn:microsoft.com/office/officeart/2018/2/layout/IconLabelDescriptionList"/>
    <dgm:cxn modelId="{374E1EB8-7295-44DC-8878-D6759C9A5131}" srcId="{CD7EA60B-4590-404E-A675-C20D33337A7D}" destId="{0174DC42-D2E0-4704-B545-812F0AAB342C}" srcOrd="2" destOrd="0" parTransId="{C47A4AD2-8B8C-420B-9D38-7FDE9FDE44D7}" sibTransId="{7230E358-2279-4A2B-A207-5F31FB8580DA}"/>
    <dgm:cxn modelId="{0E3762D5-C2A1-41FF-89C1-8C70A88A9D71}" type="presOf" srcId="{EB57A0BB-B8EC-4B90-9668-3D9C6AC6DB5E}" destId="{3836F743-59A8-4B61-9635-299A2744FE52}" srcOrd="0" destOrd="0" presId="urn:microsoft.com/office/officeart/2018/2/layout/IconLabelDescriptionList"/>
    <dgm:cxn modelId="{7EC2C7D8-14C3-4573-9A51-1C489D50E8D4}" srcId="{CD7EA60B-4590-404E-A675-C20D33337A7D}" destId="{50B07B5B-9C14-4E98-B81D-9E225D8877D1}" srcOrd="3" destOrd="0" parTransId="{880FEAAB-F1E8-4D22-8BC8-D3DA400E358A}" sibTransId="{14C9645F-E6AF-4F7D-901D-92EA9CDE8E08}"/>
    <dgm:cxn modelId="{73C435DC-5C65-4B4C-8576-E75D3166C21F}" type="presOf" srcId="{0174DC42-D2E0-4704-B545-812F0AAB342C}" destId="{CA8E516A-1921-456D-ABAE-5580C03BEF5B}" srcOrd="0" destOrd="2" presId="urn:microsoft.com/office/officeart/2018/2/layout/IconLabelDescriptionList"/>
    <dgm:cxn modelId="{BA0928EC-91EE-4B90-A773-4869862719C8}" type="presOf" srcId="{50B07B5B-9C14-4E98-B81D-9E225D8877D1}" destId="{CA8E516A-1921-456D-ABAE-5580C03BEF5B}" srcOrd="0" destOrd="3" presId="urn:microsoft.com/office/officeart/2018/2/layout/IconLabelDescriptionList"/>
    <dgm:cxn modelId="{4B192239-B020-4AB8-BB57-1D5FEC5772F7}" type="presParOf" srcId="{3836F743-59A8-4B61-9635-299A2744FE52}" destId="{B9D26109-5BB5-48E5-8F81-6FEF27E33751}" srcOrd="0" destOrd="0" presId="urn:microsoft.com/office/officeart/2018/2/layout/IconLabelDescriptionList"/>
    <dgm:cxn modelId="{85CF5B76-014E-4D4B-8B6D-B1B7F1F36C69}" type="presParOf" srcId="{B9D26109-5BB5-48E5-8F81-6FEF27E33751}" destId="{C8D1CE34-B121-4DF8-934A-3F79937E2E2B}" srcOrd="0" destOrd="0" presId="urn:microsoft.com/office/officeart/2018/2/layout/IconLabelDescriptionList"/>
    <dgm:cxn modelId="{EF13DABA-E291-475B-BCD1-3C6C2E17CF87}" type="presParOf" srcId="{B9D26109-5BB5-48E5-8F81-6FEF27E33751}" destId="{2457D820-9E36-45C7-87B6-7CCF3F99D645}" srcOrd="1" destOrd="0" presId="urn:microsoft.com/office/officeart/2018/2/layout/IconLabelDescriptionList"/>
    <dgm:cxn modelId="{BDE14C38-500A-4BFA-A236-D1FA28A6161B}" type="presParOf" srcId="{B9D26109-5BB5-48E5-8F81-6FEF27E33751}" destId="{A6B9CE47-4618-4144-A361-BE85D157749C}" srcOrd="2" destOrd="0" presId="urn:microsoft.com/office/officeart/2018/2/layout/IconLabelDescriptionList"/>
    <dgm:cxn modelId="{E97A210B-218E-4A79-91A1-3632DAE9F156}" type="presParOf" srcId="{B9D26109-5BB5-48E5-8F81-6FEF27E33751}" destId="{3B617E94-5D36-45C5-8200-8200EDF81DB8}" srcOrd="3" destOrd="0" presId="urn:microsoft.com/office/officeart/2018/2/layout/IconLabelDescriptionList"/>
    <dgm:cxn modelId="{6865BA56-9D39-4826-B030-DD8A0792AD3E}" type="presParOf" srcId="{B9D26109-5BB5-48E5-8F81-6FEF27E33751}" destId="{CA8E516A-1921-456D-ABAE-5580C03BEF5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7D96A0-3B9F-4E37-88C6-5E43CC4D4811}" type="doc">
      <dgm:prSet loTypeId="urn:microsoft.com/office/officeart/2005/8/layout/vList2" loCatId="list" qsTypeId="urn:microsoft.com/office/officeart/2005/8/quickstyle/simple1#13" qsCatId="simple" csTypeId="urn:microsoft.com/office/officeart/2005/8/colors/colorful5#3" csCatId="colorful" phldr="1"/>
      <dgm:spPr/>
      <dgm:t>
        <a:bodyPr/>
        <a:lstStyle/>
        <a:p>
          <a:endParaRPr lang="en-US"/>
        </a:p>
      </dgm:t>
    </dgm:pt>
    <dgm:pt modelId="{F8879A44-5BA1-4C71-BF55-424F04BA840A}">
      <dgm:prSet/>
      <dgm:spPr/>
      <dgm:t>
        <a:bodyPr/>
        <a:lstStyle/>
        <a:p>
          <a:r>
            <a:rPr lang="en-US" b="1" dirty="0">
              <a:latin typeface="TradeGothic" panose="00000400000000000000"/>
            </a:rPr>
            <a:t>Traditional ML</a:t>
          </a:r>
          <a:endParaRPr lang="en-US" dirty="0">
            <a:latin typeface="TradeGothic" panose="00000400000000000000"/>
          </a:endParaRPr>
        </a:p>
      </dgm:t>
    </dgm:pt>
    <dgm:pt modelId="{1FBC90B0-D9B7-4358-B4D7-572067A203BA}" type="parTrans" cxnId="{6E2ACC4A-6C5D-46B4-9000-CA2B8CB57611}">
      <dgm:prSet/>
      <dgm:spPr/>
      <dgm:t>
        <a:bodyPr/>
        <a:lstStyle/>
        <a:p>
          <a:endParaRPr lang="en-US"/>
        </a:p>
      </dgm:t>
    </dgm:pt>
    <dgm:pt modelId="{73B51652-06AC-465F-8240-8F2BED614055}" type="sibTrans" cxnId="{6E2ACC4A-6C5D-46B4-9000-CA2B8CB57611}">
      <dgm:prSet/>
      <dgm:spPr/>
      <dgm:t>
        <a:bodyPr/>
        <a:lstStyle/>
        <a:p>
          <a:endParaRPr lang="en-US"/>
        </a:p>
      </dgm:t>
    </dgm:pt>
    <dgm:pt modelId="{3FE4B0A9-106D-473A-8755-74C33498EE0F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Each prediction is independent</a:t>
          </a:r>
        </a:p>
      </dgm:t>
    </dgm:pt>
    <dgm:pt modelId="{5EEFAA73-1F93-4FFA-8D48-879B5085162C}" type="parTrans" cxnId="{5449EE31-D5BD-46A5-8820-383546B0952C}">
      <dgm:prSet/>
      <dgm:spPr/>
      <dgm:t>
        <a:bodyPr/>
        <a:lstStyle/>
        <a:p>
          <a:endParaRPr lang="en-US"/>
        </a:p>
      </dgm:t>
    </dgm:pt>
    <dgm:pt modelId="{49DD6857-B882-43C5-8AD2-DBFFF0B0979B}" type="sibTrans" cxnId="{5449EE31-D5BD-46A5-8820-383546B0952C}">
      <dgm:prSet/>
      <dgm:spPr/>
      <dgm:t>
        <a:bodyPr/>
        <a:lstStyle/>
        <a:p>
          <a:endParaRPr lang="en-US"/>
        </a:p>
      </dgm:t>
    </dgm:pt>
    <dgm:pt modelId="{B16217CC-6AAE-4772-8FEB-8FCD655CA55E}">
      <dgm:prSet/>
      <dgm:spPr/>
      <dgm:t>
        <a:bodyPr/>
        <a:lstStyle/>
        <a:p>
          <a:r>
            <a:rPr lang="en-US" b="1">
              <a:latin typeface="TradeGothic" panose="00000400000000000000"/>
            </a:rPr>
            <a:t>Reinforcement Learning</a:t>
          </a:r>
          <a:endParaRPr lang="en-US">
            <a:latin typeface="TradeGothic" panose="00000400000000000000"/>
          </a:endParaRPr>
        </a:p>
      </dgm:t>
    </dgm:pt>
    <dgm:pt modelId="{12B72C53-9F56-4677-BB66-98950857CB43}" type="parTrans" cxnId="{ADB4CB84-213B-4D8F-9752-585C544FE7B2}">
      <dgm:prSet/>
      <dgm:spPr/>
      <dgm:t>
        <a:bodyPr/>
        <a:lstStyle/>
        <a:p>
          <a:endParaRPr lang="en-US"/>
        </a:p>
      </dgm:t>
    </dgm:pt>
    <dgm:pt modelId="{1842C33F-62EE-4125-AD43-64647300BCAA}" type="sibTrans" cxnId="{ADB4CB84-213B-4D8F-9752-585C544FE7B2}">
      <dgm:prSet/>
      <dgm:spPr/>
      <dgm:t>
        <a:bodyPr/>
        <a:lstStyle/>
        <a:p>
          <a:endParaRPr lang="en-US"/>
        </a:p>
      </dgm:t>
    </dgm:pt>
    <dgm:pt modelId="{86CC23CE-353C-403C-BE66-A4ED7FAD2449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Current decisions affect:</a:t>
          </a:r>
        </a:p>
      </dgm:t>
    </dgm:pt>
    <dgm:pt modelId="{118530F6-006B-4D5F-9635-8C2D081B44B1}" type="parTrans" cxnId="{97656E9C-C498-44A9-A7B6-8CF729DAD425}">
      <dgm:prSet/>
      <dgm:spPr/>
      <dgm:t>
        <a:bodyPr/>
        <a:lstStyle/>
        <a:p>
          <a:endParaRPr lang="en-US"/>
        </a:p>
      </dgm:t>
    </dgm:pt>
    <dgm:pt modelId="{896118AB-D8E6-454E-95E1-F027A55612BA}" type="sibTrans" cxnId="{97656E9C-C498-44A9-A7B6-8CF729DAD425}">
      <dgm:prSet/>
      <dgm:spPr/>
      <dgm:t>
        <a:bodyPr/>
        <a:lstStyle/>
        <a:p>
          <a:endParaRPr lang="en-US"/>
        </a:p>
      </dgm:t>
    </dgm:pt>
    <dgm:pt modelId="{70988D56-195E-4C4A-9656-F20AE62B0C35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Future opportunities</a:t>
          </a:r>
        </a:p>
      </dgm:t>
    </dgm:pt>
    <dgm:pt modelId="{5086364E-8679-47C4-9ADC-AA1B75016570}" type="parTrans" cxnId="{F113A6DD-AAB2-4A7C-89EB-B64128B9115B}">
      <dgm:prSet/>
      <dgm:spPr/>
      <dgm:t>
        <a:bodyPr/>
        <a:lstStyle/>
        <a:p>
          <a:endParaRPr lang="en-US"/>
        </a:p>
      </dgm:t>
    </dgm:pt>
    <dgm:pt modelId="{59B68EA5-4A6F-45A9-B9B3-EBA95F8B4135}" type="sibTrans" cxnId="{F113A6DD-AAB2-4A7C-89EB-B64128B9115B}">
      <dgm:prSet/>
      <dgm:spPr/>
      <dgm:t>
        <a:bodyPr/>
        <a:lstStyle/>
        <a:p>
          <a:endParaRPr lang="en-US"/>
        </a:p>
      </dgm:t>
    </dgm:pt>
    <dgm:pt modelId="{99F3873C-EE15-4810-9355-B7D2B340008F}">
      <dgm:prSet/>
      <dgm:spPr/>
      <dgm:t>
        <a:bodyPr/>
        <a:lstStyle/>
        <a:p>
          <a:r>
            <a:rPr lang="en-US">
              <a:latin typeface="TradeGothic" panose="00000400000000000000"/>
            </a:rPr>
            <a:t>Future rewards</a:t>
          </a:r>
        </a:p>
      </dgm:t>
    </dgm:pt>
    <dgm:pt modelId="{BE79E39F-7CB1-49D8-90EE-527FF69E45E9}" type="parTrans" cxnId="{96B48957-B087-4A7C-8545-A744B4955290}">
      <dgm:prSet/>
      <dgm:spPr/>
      <dgm:t>
        <a:bodyPr/>
        <a:lstStyle/>
        <a:p>
          <a:endParaRPr lang="en-US"/>
        </a:p>
      </dgm:t>
    </dgm:pt>
    <dgm:pt modelId="{9BB19B3B-9EEF-4F30-9D3F-F2ABA722B699}" type="sibTrans" cxnId="{96B48957-B087-4A7C-8545-A744B4955290}">
      <dgm:prSet/>
      <dgm:spPr/>
      <dgm:t>
        <a:bodyPr/>
        <a:lstStyle/>
        <a:p>
          <a:endParaRPr lang="en-US"/>
        </a:p>
      </dgm:t>
    </dgm:pt>
    <dgm:pt modelId="{89077928-8B64-4E87-915C-2E67F14B144F}">
      <dgm:prSet/>
      <dgm:spPr/>
      <dgm:t>
        <a:bodyPr/>
        <a:lstStyle/>
        <a:p>
          <a:r>
            <a:rPr lang="en-US">
              <a:latin typeface="TradeGothic" panose="00000400000000000000"/>
            </a:rPr>
            <a:t>Future states</a:t>
          </a:r>
        </a:p>
      </dgm:t>
    </dgm:pt>
    <dgm:pt modelId="{DB356D27-1255-4034-885A-3B1609085B27}" type="parTrans" cxnId="{F18EA8C0-E982-4221-9DDF-FCA398AA93D8}">
      <dgm:prSet/>
      <dgm:spPr/>
      <dgm:t>
        <a:bodyPr/>
        <a:lstStyle/>
        <a:p>
          <a:endParaRPr lang="en-US"/>
        </a:p>
      </dgm:t>
    </dgm:pt>
    <dgm:pt modelId="{786D5AB3-0282-4D4D-954B-A820C6DCEDA1}" type="sibTrans" cxnId="{F18EA8C0-E982-4221-9DDF-FCA398AA93D8}">
      <dgm:prSet/>
      <dgm:spPr/>
      <dgm:t>
        <a:bodyPr/>
        <a:lstStyle/>
        <a:p>
          <a:endParaRPr lang="en-US"/>
        </a:p>
      </dgm:t>
    </dgm:pt>
    <dgm:pt modelId="{68037A4B-E03E-4F17-938E-3EB41958A3E0}">
      <dgm:prSet/>
      <dgm:spPr/>
      <dgm:t>
        <a:bodyPr/>
        <a:lstStyle/>
        <a:p>
          <a:r>
            <a:rPr lang="en-US" b="1">
              <a:latin typeface="TradeGothic" panose="00000400000000000000"/>
            </a:rPr>
            <a:t>Example</a:t>
          </a:r>
          <a:endParaRPr lang="en-US">
            <a:latin typeface="TradeGothic" panose="00000400000000000000"/>
          </a:endParaRPr>
        </a:p>
      </dgm:t>
    </dgm:pt>
    <dgm:pt modelId="{CE5358D1-79E8-4F7A-861F-9768DD3C5778}" type="parTrans" cxnId="{72D91AB1-1F5B-42D3-B499-78157AD4E344}">
      <dgm:prSet/>
      <dgm:spPr/>
      <dgm:t>
        <a:bodyPr/>
        <a:lstStyle/>
        <a:p>
          <a:endParaRPr lang="en-US"/>
        </a:p>
      </dgm:t>
    </dgm:pt>
    <dgm:pt modelId="{5776632E-1DB4-4B38-B269-158CB2290FB4}" type="sibTrans" cxnId="{72D91AB1-1F5B-42D3-B499-78157AD4E344}">
      <dgm:prSet/>
      <dgm:spPr/>
      <dgm:t>
        <a:bodyPr/>
        <a:lstStyle/>
        <a:p>
          <a:endParaRPr lang="en-US"/>
        </a:p>
      </dgm:t>
    </dgm:pt>
    <dgm:pt modelId="{15A45055-73D1-4FBD-BE55-AF00423E3930}">
      <dgm:prSet/>
      <dgm:spPr/>
      <dgm:t>
        <a:bodyPr/>
        <a:lstStyle/>
        <a:p>
          <a:r>
            <a:rPr lang="en-US">
              <a:latin typeface="TradeGothic" panose="00000400000000000000"/>
            </a:rPr>
            <a:t>Allocating all delivery drivers to one busy area now may leave other regions understaffed later</a:t>
          </a:r>
        </a:p>
      </dgm:t>
    </dgm:pt>
    <dgm:pt modelId="{53DA5B13-F53B-40D1-8756-A2EE7B8C10EF}" type="parTrans" cxnId="{AEB2444F-7CD2-42BC-AC08-FB9121F2EE68}">
      <dgm:prSet/>
      <dgm:spPr/>
      <dgm:t>
        <a:bodyPr/>
        <a:lstStyle/>
        <a:p>
          <a:endParaRPr lang="en-US"/>
        </a:p>
      </dgm:t>
    </dgm:pt>
    <dgm:pt modelId="{8941DDB1-362D-4936-A6C9-AFD93983C95E}" type="sibTrans" cxnId="{AEB2444F-7CD2-42BC-AC08-FB9121F2EE68}">
      <dgm:prSet/>
      <dgm:spPr/>
      <dgm:t>
        <a:bodyPr/>
        <a:lstStyle/>
        <a:p>
          <a:endParaRPr lang="en-US"/>
        </a:p>
      </dgm:t>
    </dgm:pt>
    <dgm:pt modelId="{ACC118C1-BBB3-40E2-958A-685908658275}">
      <dgm:prSet/>
      <dgm:spPr/>
      <dgm:t>
        <a:bodyPr/>
        <a:lstStyle/>
        <a:p>
          <a:r>
            <a:rPr lang="en-US" dirty="0">
              <a:latin typeface="TradeGothic" panose="00000400000000000000"/>
            </a:rPr>
            <a:t>Spending all the budget on early marketing may limit the ability to scale the product later</a:t>
          </a:r>
        </a:p>
      </dgm:t>
    </dgm:pt>
    <dgm:pt modelId="{19695761-1876-4828-B6CE-738ED237D45E}" type="parTrans" cxnId="{FCB7CD26-CD83-4602-9DE6-8FFBAC2681D9}">
      <dgm:prSet/>
      <dgm:spPr/>
      <dgm:t>
        <a:bodyPr/>
        <a:lstStyle/>
        <a:p>
          <a:endParaRPr lang="en-US"/>
        </a:p>
      </dgm:t>
    </dgm:pt>
    <dgm:pt modelId="{CDEBD98B-6260-4C4F-BD44-23FC40BA8CA3}" type="sibTrans" cxnId="{FCB7CD26-CD83-4602-9DE6-8FFBAC2681D9}">
      <dgm:prSet/>
      <dgm:spPr/>
      <dgm:t>
        <a:bodyPr/>
        <a:lstStyle/>
        <a:p>
          <a:endParaRPr lang="en-US"/>
        </a:p>
      </dgm:t>
    </dgm:pt>
    <dgm:pt modelId="{7414DE63-BCF7-4A05-BE91-578369AAD908}" type="pres">
      <dgm:prSet presAssocID="{177D96A0-3B9F-4E37-88C6-5E43CC4D4811}" presName="linear" presStyleCnt="0">
        <dgm:presLayoutVars>
          <dgm:animLvl val="lvl"/>
          <dgm:resizeHandles val="exact"/>
        </dgm:presLayoutVars>
      </dgm:prSet>
      <dgm:spPr/>
    </dgm:pt>
    <dgm:pt modelId="{86CBCB86-6154-4A3A-A334-27E07BAA26CA}" type="pres">
      <dgm:prSet presAssocID="{F8879A44-5BA1-4C71-BF55-424F04BA840A}" presName="parentText" presStyleLbl="node1" presStyleIdx="0" presStyleCnt="3" custLinFactNeighborY="-4167">
        <dgm:presLayoutVars>
          <dgm:chMax val="0"/>
          <dgm:bulletEnabled val="1"/>
        </dgm:presLayoutVars>
      </dgm:prSet>
      <dgm:spPr/>
    </dgm:pt>
    <dgm:pt modelId="{F1A25FEA-771F-497D-9893-E85DA40D64DE}" type="pres">
      <dgm:prSet presAssocID="{F8879A44-5BA1-4C71-BF55-424F04BA840A}" presName="childText" presStyleLbl="revTx" presStyleIdx="0" presStyleCnt="3">
        <dgm:presLayoutVars>
          <dgm:bulletEnabled val="1"/>
        </dgm:presLayoutVars>
      </dgm:prSet>
      <dgm:spPr/>
    </dgm:pt>
    <dgm:pt modelId="{082E4A01-1BCA-4E6A-9180-78B92C1FE3AE}" type="pres">
      <dgm:prSet presAssocID="{B16217CC-6AAE-4772-8FEB-8FCD655CA5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F6306D-7705-460D-9876-B6C64E791ED2}" type="pres">
      <dgm:prSet presAssocID="{B16217CC-6AAE-4772-8FEB-8FCD655CA55E}" presName="childText" presStyleLbl="revTx" presStyleIdx="1" presStyleCnt="3">
        <dgm:presLayoutVars>
          <dgm:bulletEnabled val="1"/>
        </dgm:presLayoutVars>
      </dgm:prSet>
      <dgm:spPr/>
    </dgm:pt>
    <dgm:pt modelId="{09CDB7F6-B22D-4DA8-8B34-3A42708AB970}" type="pres">
      <dgm:prSet presAssocID="{68037A4B-E03E-4F17-938E-3EB41958A3E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308046D-35D0-4D14-8275-4E59C45E9AF7}" type="pres">
      <dgm:prSet presAssocID="{68037A4B-E03E-4F17-938E-3EB41958A3E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CB7CD26-CD83-4602-9DE6-8FFBAC2681D9}" srcId="{68037A4B-E03E-4F17-938E-3EB41958A3E0}" destId="{ACC118C1-BBB3-40E2-958A-685908658275}" srcOrd="1" destOrd="0" parTransId="{19695761-1876-4828-B6CE-738ED237D45E}" sibTransId="{CDEBD98B-6260-4C4F-BD44-23FC40BA8CA3}"/>
    <dgm:cxn modelId="{5449EE31-D5BD-46A5-8820-383546B0952C}" srcId="{F8879A44-5BA1-4C71-BF55-424F04BA840A}" destId="{3FE4B0A9-106D-473A-8755-74C33498EE0F}" srcOrd="0" destOrd="0" parTransId="{5EEFAA73-1F93-4FFA-8D48-879B5085162C}" sibTransId="{49DD6857-B882-43C5-8AD2-DBFFF0B0979B}"/>
    <dgm:cxn modelId="{7BCFB537-19F8-4B30-BA80-3843662D6B59}" type="presOf" srcId="{99F3873C-EE15-4810-9355-B7D2B340008F}" destId="{C7F6306D-7705-460D-9876-B6C64E791ED2}" srcOrd="0" destOrd="2" presId="urn:microsoft.com/office/officeart/2005/8/layout/vList2"/>
    <dgm:cxn modelId="{A626C83C-A621-4606-9D0E-E02CFC0EDF13}" type="presOf" srcId="{3FE4B0A9-106D-473A-8755-74C33498EE0F}" destId="{F1A25FEA-771F-497D-9893-E85DA40D64DE}" srcOrd="0" destOrd="0" presId="urn:microsoft.com/office/officeart/2005/8/layout/vList2"/>
    <dgm:cxn modelId="{44F49345-C269-45E0-A143-E9CE4094CFC8}" type="presOf" srcId="{ACC118C1-BBB3-40E2-958A-685908658275}" destId="{B308046D-35D0-4D14-8275-4E59C45E9AF7}" srcOrd="0" destOrd="1" presId="urn:microsoft.com/office/officeart/2005/8/layout/vList2"/>
    <dgm:cxn modelId="{5EAE6349-6B94-4A31-8403-6C5572918274}" type="presOf" srcId="{86CC23CE-353C-403C-BE66-A4ED7FAD2449}" destId="{C7F6306D-7705-460D-9876-B6C64E791ED2}" srcOrd="0" destOrd="0" presId="urn:microsoft.com/office/officeart/2005/8/layout/vList2"/>
    <dgm:cxn modelId="{B2EF9449-EB33-47FF-BE9C-1DA77532E14E}" type="presOf" srcId="{68037A4B-E03E-4F17-938E-3EB41958A3E0}" destId="{09CDB7F6-B22D-4DA8-8B34-3A42708AB970}" srcOrd="0" destOrd="0" presId="urn:microsoft.com/office/officeart/2005/8/layout/vList2"/>
    <dgm:cxn modelId="{6E2ACC4A-6C5D-46B4-9000-CA2B8CB57611}" srcId="{177D96A0-3B9F-4E37-88C6-5E43CC4D4811}" destId="{F8879A44-5BA1-4C71-BF55-424F04BA840A}" srcOrd="0" destOrd="0" parTransId="{1FBC90B0-D9B7-4358-B4D7-572067A203BA}" sibTransId="{73B51652-06AC-465F-8240-8F2BED614055}"/>
    <dgm:cxn modelId="{AEB2444F-7CD2-42BC-AC08-FB9121F2EE68}" srcId="{68037A4B-E03E-4F17-938E-3EB41958A3E0}" destId="{15A45055-73D1-4FBD-BE55-AF00423E3930}" srcOrd="0" destOrd="0" parTransId="{53DA5B13-F53B-40D1-8756-A2EE7B8C10EF}" sibTransId="{8941DDB1-362D-4936-A6C9-AFD93983C95E}"/>
    <dgm:cxn modelId="{96B48957-B087-4A7C-8545-A744B4955290}" srcId="{86CC23CE-353C-403C-BE66-A4ED7FAD2449}" destId="{99F3873C-EE15-4810-9355-B7D2B340008F}" srcOrd="1" destOrd="0" parTransId="{BE79E39F-7CB1-49D8-90EE-527FF69E45E9}" sibTransId="{9BB19B3B-9EEF-4F30-9D3F-F2ABA722B699}"/>
    <dgm:cxn modelId="{ADB4CB84-213B-4D8F-9752-585C544FE7B2}" srcId="{177D96A0-3B9F-4E37-88C6-5E43CC4D4811}" destId="{B16217CC-6AAE-4772-8FEB-8FCD655CA55E}" srcOrd="1" destOrd="0" parTransId="{12B72C53-9F56-4677-BB66-98950857CB43}" sibTransId="{1842C33F-62EE-4125-AD43-64647300BCAA}"/>
    <dgm:cxn modelId="{97656E9C-C498-44A9-A7B6-8CF729DAD425}" srcId="{B16217CC-6AAE-4772-8FEB-8FCD655CA55E}" destId="{86CC23CE-353C-403C-BE66-A4ED7FAD2449}" srcOrd="0" destOrd="0" parTransId="{118530F6-006B-4D5F-9635-8C2D081B44B1}" sibTransId="{896118AB-D8E6-454E-95E1-F027A55612BA}"/>
    <dgm:cxn modelId="{B120FC9F-F2B1-4E61-8246-E4E251BAC04B}" type="presOf" srcId="{70988D56-195E-4C4A-9656-F20AE62B0C35}" destId="{C7F6306D-7705-460D-9876-B6C64E791ED2}" srcOrd="0" destOrd="1" presId="urn:microsoft.com/office/officeart/2005/8/layout/vList2"/>
    <dgm:cxn modelId="{BD474BAF-3BBC-4EE5-8C52-141115838A1E}" type="presOf" srcId="{15A45055-73D1-4FBD-BE55-AF00423E3930}" destId="{B308046D-35D0-4D14-8275-4E59C45E9AF7}" srcOrd="0" destOrd="0" presId="urn:microsoft.com/office/officeart/2005/8/layout/vList2"/>
    <dgm:cxn modelId="{72D91AB1-1F5B-42D3-B499-78157AD4E344}" srcId="{177D96A0-3B9F-4E37-88C6-5E43CC4D4811}" destId="{68037A4B-E03E-4F17-938E-3EB41958A3E0}" srcOrd="2" destOrd="0" parTransId="{CE5358D1-79E8-4F7A-861F-9768DD3C5778}" sibTransId="{5776632E-1DB4-4B38-B269-158CB2290FB4}"/>
    <dgm:cxn modelId="{F18EA8C0-E982-4221-9DDF-FCA398AA93D8}" srcId="{86CC23CE-353C-403C-BE66-A4ED7FAD2449}" destId="{89077928-8B64-4E87-915C-2E67F14B144F}" srcOrd="2" destOrd="0" parTransId="{DB356D27-1255-4034-885A-3B1609085B27}" sibTransId="{786D5AB3-0282-4D4D-954B-A820C6DCEDA1}"/>
    <dgm:cxn modelId="{9E4FC6C5-C88E-4E22-86EE-43E2E35DA7A4}" type="presOf" srcId="{B16217CC-6AAE-4772-8FEB-8FCD655CA55E}" destId="{082E4A01-1BCA-4E6A-9180-78B92C1FE3AE}" srcOrd="0" destOrd="0" presId="urn:microsoft.com/office/officeart/2005/8/layout/vList2"/>
    <dgm:cxn modelId="{4FBE5ECD-C2F9-4B4E-ABFE-ADB88CD780C2}" type="presOf" srcId="{89077928-8B64-4E87-915C-2E67F14B144F}" destId="{C7F6306D-7705-460D-9876-B6C64E791ED2}" srcOrd="0" destOrd="3" presId="urn:microsoft.com/office/officeart/2005/8/layout/vList2"/>
    <dgm:cxn modelId="{0470CACF-56C3-4C3F-878C-059934EF833A}" type="presOf" srcId="{177D96A0-3B9F-4E37-88C6-5E43CC4D4811}" destId="{7414DE63-BCF7-4A05-BE91-578369AAD908}" srcOrd="0" destOrd="0" presId="urn:microsoft.com/office/officeart/2005/8/layout/vList2"/>
    <dgm:cxn modelId="{F113A6DD-AAB2-4A7C-89EB-B64128B9115B}" srcId="{86CC23CE-353C-403C-BE66-A4ED7FAD2449}" destId="{70988D56-195E-4C4A-9656-F20AE62B0C35}" srcOrd="0" destOrd="0" parTransId="{5086364E-8679-47C4-9ADC-AA1B75016570}" sibTransId="{59B68EA5-4A6F-45A9-B9B3-EBA95F8B4135}"/>
    <dgm:cxn modelId="{52D40FEC-82FB-44FA-B18B-E196919B2BB3}" type="presOf" srcId="{F8879A44-5BA1-4C71-BF55-424F04BA840A}" destId="{86CBCB86-6154-4A3A-A334-27E07BAA26CA}" srcOrd="0" destOrd="0" presId="urn:microsoft.com/office/officeart/2005/8/layout/vList2"/>
    <dgm:cxn modelId="{BA3A3B3D-F9FC-463B-9000-534AFBAA3261}" type="presParOf" srcId="{7414DE63-BCF7-4A05-BE91-578369AAD908}" destId="{86CBCB86-6154-4A3A-A334-27E07BAA26CA}" srcOrd="0" destOrd="0" presId="urn:microsoft.com/office/officeart/2005/8/layout/vList2"/>
    <dgm:cxn modelId="{816E7360-603C-4953-83CC-06B798EDAF6C}" type="presParOf" srcId="{7414DE63-BCF7-4A05-BE91-578369AAD908}" destId="{F1A25FEA-771F-497D-9893-E85DA40D64DE}" srcOrd="1" destOrd="0" presId="urn:microsoft.com/office/officeart/2005/8/layout/vList2"/>
    <dgm:cxn modelId="{18C774A5-F939-4CD7-94E2-7705DC14634C}" type="presParOf" srcId="{7414DE63-BCF7-4A05-BE91-578369AAD908}" destId="{082E4A01-1BCA-4E6A-9180-78B92C1FE3AE}" srcOrd="2" destOrd="0" presId="urn:microsoft.com/office/officeart/2005/8/layout/vList2"/>
    <dgm:cxn modelId="{AB3FE02B-818C-4194-96CC-19486C281C6C}" type="presParOf" srcId="{7414DE63-BCF7-4A05-BE91-578369AAD908}" destId="{C7F6306D-7705-460D-9876-B6C64E791ED2}" srcOrd="3" destOrd="0" presId="urn:microsoft.com/office/officeart/2005/8/layout/vList2"/>
    <dgm:cxn modelId="{A243869B-01F2-46C7-AB22-F31723F999D2}" type="presParOf" srcId="{7414DE63-BCF7-4A05-BE91-578369AAD908}" destId="{09CDB7F6-B22D-4DA8-8B34-3A42708AB970}" srcOrd="4" destOrd="0" presId="urn:microsoft.com/office/officeart/2005/8/layout/vList2"/>
    <dgm:cxn modelId="{F2E502E9-3B38-499B-A969-5DF258DE1D92}" type="presParOf" srcId="{7414DE63-BCF7-4A05-BE91-578369AAD908}" destId="{B308046D-35D0-4D14-8275-4E59C45E9AF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5C6AAA-AC18-4659-9756-D07A7265E99A}" type="doc">
      <dgm:prSet loTypeId="urn:microsoft.com/office/officeart/2005/8/layout/vList2" loCatId="list" qsTypeId="urn:microsoft.com/office/officeart/2005/8/quickstyle/simple1#7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FA44C7D8-EE49-438A-8AAA-CF5CB10AE4B2}">
      <dgm:prSet/>
      <dgm:spPr>
        <a:xfrm>
          <a:off x="0" y="41355"/>
          <a:ext cx="6364224" cy="503685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b="1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Retail &amp; Pricing</a:t>
          </a:r>
          <a:endParaRPr lang="en-US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A59FD03C-DB15-430D-B4D9-EAFAFFCE30C5}" type="parTrans" cxnId="{FA31F642-E8E3-4929-A134-EE563E94B1E9}">
      <dgm:prSet/>
      <dgm:spPr/>
      <dgm:t>
        <a:bodyPr/>
        <a:lstStyle/>
        <a:p>
          <a:endParaRPr lang="en-US"/>
        </a:p>
      </dgm:t>
    </dgm:pt>
    <dgm:pt modelId="{92B93ED9-D33E-4512-8D2E-EE172A8CA5AF}" type="sibTrans" cxnId="{FA31F642-E8E3-4929-A134-EE563E94B1E9}">
      <dgm:prSet/>
      <dgm:spPr/>
      <dgm:t>
        <a:bodyPr/>
        <a:lstStyle/>
        <a:p>
          <a:endParaRPr lang="en-US"/>
        </a:p>
      </dgm:t>
    </dgm:pt>
    <dgm:pt modelId="{247E1D44-D291-40FA-A38B-4CD8B978058A}">
      <dgm:prSet custT="1"/>
      <dgm:spPr>
        <a:xfrm>
          <a:off x="0" y="54504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Dynamic pricing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DDF2F8EC-980C-4D57-AD61-B1F6F9FF68C7}" type="parTrans" cxnId="{ED54CBF7-85B3-4893-A191-146868622B8E}">
      <dgm:prSet/>
      <dgm:spPr/>
      <dgm:t>
        <a:bodyPr/>
        <a:lstStyle/>
        <a:p>
          <a:endParaRPr lang="en-US"/>
        </a:p>
      </dgm:t>
    </dgm:pt>
    <dgm:pt modelId="{9EFDACDB-AA2A-4022-AFB2-CF5F2B0979BB}" type="sibTrans" cxnId="{ED54CBF7-85B3-4893-A191-146868622B8E}">
      <dgm:prSet/>
      <dgm:spPr/>
      <dgm:t>
        <a:bodyPr/>
        <a:lstStyle/>
        <a:p>
          <a:endParaRPr lang="en-US"/>
        </a:p>
      </dgm:t>
    </dgm:pt>
    <dgm:pt modelId="{E6796B35-73B4-4722-B66B-70D2ED1BDDDD}">
      <dgm:prSet custT="1"/>
      <dgm:spPr>
        <a:xfrm>
          <a:off x="0" y="54504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Inventory optimization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F195690E-D88B-4754-BC86-D649EFEB47D2}" type="parTrans" cxnId="{42422635-C921-4089-8E6C-7F1D17822923}">
      <dgm:prSet/>
      <dgm:spPr/>
      <dgm:t>
        <a:bodyPr/>
        <a:lstStyle/>
        <a:p>
          <a:endParaRPr lang="en-US"/>
        </a:p>
      </dgm:t>
    </dgm:pt>
    <dgm:pt modelId="{ADF305A6-3307-4250-9FDD-E69C92EAF7A9}" type="sibTrans" cxnId="{42422635-C921-4089-8E6C-7F1D17822923}">
      <dgm:prSet/>
      <dgm:spPr/>
      <dgm:t>
        <a:bodyPr/>
        <a:lstStyle/>
        <a:p>
          <a:endParaRPr lang="en-US"/>
        </a:p>
      </dgm:t>
    </dgm:pt>
    <dgm:pt modelId="{03441F4A-F91C-4200-B5C6-C11DCD12F6B2}">
      <dgm:prSet/>
      <dgm:spPr>
        <a:xfrm>
          <a:off x="0" y="1566585"/>
          <a:ext cx="6364224" cy="503685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b="1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Finance</a:t>
          </a:r>
          <a:endParaRPr lang="en-US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D25864E0-0699-4A8C-A30C-E7266F6A6774}" type="parTrans" cxnId="{E87406DE-B199-46C0-9851-FF59AF236891}">
      <dgm:prSet/>
      <dgm:spPr/>
      <dgm:t>
        <a:bodyPr/>
        <a:lstStyle/>
        <a:p>
          <a:endParaRPr lang="en-US"/>
        </a:p>
      </dgm:t>
    </dgm:pt>
    <dgm:pt modelId="{DEFE75CA-F6D5-49B2-B5B4-F85EC4256B95}" type="sibTrans" cxnId="{E87406DE-B199-46C0-9851-FF59AF236891}">
      <dgm:prSet/>
      <dgm:spPr/>
      <dgm:t>
        <a:bodyPr/>
        <a:lstStyle/>
        <a:p>
          <a:endParaRPr lang="en-US"/>
        </a:p>
      </dgm:t>
    </dgm:pt>
    <dgm:pt modelId="{A152AC56-7543-4D7D-A2C3-7ED917909727}">
      <dgm:prSet custT="1"/>
      <dgm:spPr>
        <a:xfrm>
          <a:off x="0" y="207027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Portfolio optimization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A264A4B8-E57D-421C-BB66-94D0D6FFACF2}" type="parTrans" cxnId="{4E43D4E4-CBCC-42CA-AD9B-E9E5ED7B8FA1}">
      <dgm:prSet/>
      <dgm:spPr/>
      <dgm:t>
        <a:bodyPr/>
        <a:lstStyle/>
        <a:p>
          <a:endParaRPr lang="en-US"/>
        </a:p>
      </dgm:t>
    </dgm:pt>
    <dgm:pt modelId="{BDA06555-CBAD-42D5-90C3-24D7BAD3D32A}" type="sibTrans" cxnId="{4E43D4E4-CBCC-42CA-AD9B-E9E5ED7B8FA1}">
      <dgm:prSet/>
      <dgm:spPr/>
      <dgm:t>
        <a:bodyPr/>
        <a:lstStyle/>
        <a:p>
          <a:endParaRPr lang="en-US"/>
        </a:p>
      </dgm:t>
    </dgm:pt>
    <dgm:pt modelId="{C25780EF-AAB3-48DA-B664-669E3AE44F60}">
      <dgm:prSet custT="1"/>
      <dgm:spPr>
        <a:xfrm>
          <a:off x="0" y="207027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Algorithmic trading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2321C169-85B2-4C08-91CB-2695AAA56DA1}" type="parTrans" cxnId="{C4F260CF-23A8-477F-9743-43CA4E6A8097}">
      <dgm:prSet/>
      <dgm:spPr/>
      <dgm:t>
        <a:bodyPr/>
        <a:lstStyle/>
        <a:p>
          <a:endParaRPr lang="en-US"/>
        </a:p>
      </dgm:t>
    </dgm:pt>
    <dgm:pt modelId="{AD481FB4-CB92-4738-A987-CFFDF798B46B}" type="sibTrans" cxnId="{C4F260CF-23A8-477F-9743-43CA4E6A8097}">
      <dgm:prSet/>
      <dgm:spPr/>
      <dgm:t>
        <a:bodyPr/>
        <a:lstStyle/>
        <a:p>
          <a:endParaRPr lang="en-US"/>
        </a:p>
      </dgm:t>
    </dgm:pt>
    <dgm:pt modelId="{BA71317D-6D9E-4DAF-84E4-C467A3848C75}">
      <dgm:prSet/>
      <dgm:spPr>
        <a:xfrm>
          <a:off x="0" y="3091815"/>
          <a:ext cx="6364224" cy="503685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b="1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Operations</a:t>
          </a:r>
          <a:endParaRPr lang="en-US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82A0D45A-2C60-47C3-8106-600C3C03524C}" type="parTrans" cxnId="{42A64E3F-D0D8-436E-AC87-40495C0EC632}">
      <dgm:prSet/>
      <dgm:spPr/>
      <dgm:t>
        <a:bodyPr/>
        <a:lstStyle/>
        <a:p>
          <a:endParaRPr lang="en-US"/>
        </a:p>
      </dgm:t>
    </dgm:pt>
    <dgm:pt modelId="{29CE66D9-5B87-4086-BB54-B4279F4073A4}" type="sibTrans" cxnId="{42A64E3F-D0D8-436E-AC87-40495C0EC632}">
      <dgm:prSet/>
      <dgm:spPr/>
      <dgm:t>
        <a:bodyPr/>
        <a:lstStyle/>
        <a:p>
          <a:endParaRPr lang="en-US"/>
        </a:p>
      </dgm:t>
    </dgm:pt>
    <dgm:pt modelId="{E4B2510F-8CD7-4809-9BE0-ED8CBDCA2CAD}">
      <dgm:prSet custT="1"/>
      <dgm:spPr>
        <a:xfrm>
          <a:off x="0" y="359550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Supply chain optimization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1B8B54A6-5D6F-45D8-BCD4-C67DB677B623}" type="parTrans" cxnId="{DC870C5E-55D4-4B8A-8397-17DE815B0C31}">
      <dgm:prSet/>
      <dgm:spPr/>
      <dgm:t>
        <a:bodyPr/>
        <a:lstStyle/>
        <a:p>
          <a:endParaRPr lang="en-US"/>
        </a:p>
      </dgm:t>
    </dgm:pt>
    <dgm:pt modelId="{0E7471E4-5358-4C19-A753-50E5C52A52B6}" type="sibTrans" cxnId="{DC870C5E-55D4-4B8A-8397-17DE815B0C31}">
      <dgm:prSet/>
      <dgm:spPr/>
      <dgm:t>
        <a:bodyPr/>
        <a:lstStyle/>
        <a:p>
          <a:endParaRPr lang="en-US"/>
        </a:p>
      </dgm:t>
    </dgm:pt>
    <dgm:pt modelId="{98CDA282-81E4-4159-8716-D10AD6244981}">
      <dgm:prSet custT="1"/>
      <dgm:spPr>
        <a:xfrm>
          <a:off x="0" y="359550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Scheduling systems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F7BC7934-303A-4540-8453-312542C2C19B}" type="parTrans" cxnId="{BFD65362-1077-4B75-B1D1-333DBCCC52BA}">
      <dgm:prSet/>
      <dgm:spPr/>
      <dgm:t>
        <a:bodyPr/>
        <a:lstStyle/>
        <a:p>
          <a:endParaRPr lang="en-US"/>
        </a:p>
      </dgm:t>
    </dgm:pt>
    <dgm:pt modelId="{A69C490E-5006-43B4-A360-872DF01E6892}" type="sibTrans" cxnId="{BFD65362-1077-4B75-B1D1-333DBCCC52BA}">
      <dgm:prSet/>
      <dgm:spPr/>
      <dgm:t>
        <a:bodyPr/>
        <a:lstStyle/>
        <a:p>
          <a:endParaRPr lang="en-US"/>
        </a:p>
      </dgm:t>
    </dgm:pt>
    <dgm:pt modelId="{66287260-2553-4399-981E-0A451B96A934}">
      <dgm:prSet/>
      <dgm:spPr>
        <a:xfrm>
          <a:off x="0" y="4617045"/>
          <a:ext cx="6364224" cy="503685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IN" b="1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Customer Experience</a:t>
          </a:r>
          <a:endParaRPr lang="en-US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F44362BE-80A6-4874-9B30-7F897E4DF4B6}" type="parTrans" cxnId="{138B3B0A-1C20-4C51-8C65-A74446EA2571}">
      <dgm:prSet/>
      <dgm:spPr/>
      <dgm:t>
        <a:bodyPr/>
        <a:lstStyle/>
        <a:p>
          <a:endParaRPr lang="en-US"/>
        </a:p>
      </dgm:t>
    </dgm:pt>
    <dgm:pt modelId="{5136FFAF-48C5-4B42-882A-2EF17EEDBD48}" type="sibTrans" cxnId="{138B3B0A-1C20-4C51-8C65-A74446EA2571}">
      <dgm:prSet/>
      <dgm:spPr/>
      <dgm:t>
        <a:bodyPr/>
        <a:lstStyle/>
        <a:p>
          <a:endParaRPr lang="en-US"/>
        </a:p>
      </dgm:t>
    </dgm:pt>
    <dgm:pt modelId="{556C95D9-7AD7-4263-8F96-78257F2D7EFB}">
      <dgm:prSet custT="1"/>
      <dgm:spPr>
        <a:xfrm>
          <a:off x="0" y="512073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Personalized recommendations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6DB98EF2-7780-42FD-B715-FE82C0C6ED3E}" type="parTrans" cxnId="{8DAD1ACC-E7E3-47DC-A2F6-8930C829EF84}">
      <dgm:prSet/>
      <dgm:spPr/>
      <dgm:t>
        <a:bodyPr/>
        <a:lstStyle/>
        <a:p>
          <a:endParaRPr lang="en-US"/>
        </a:p>
      </dgm:t>
    </dgm:pt>
    <dgm:pt modelId="{0DE8B9D7-644B-4C39-8CAD-AB323C481A45}" type="sibTrans" cxnId="{8DAD1ACC-E7E3-47DC-A2F6-8930C829EF84}">
      <dgm:prSet/>
      <dgm:spPr/>
      <dgm:t>
        <a:bodyPr/>
        <a:lstStyle/>
        <a:p>
          <a:endParaRPr lang="en-US"/>
        </a:p>
      </dgm:t>
    </dgm:pt>
    <dgm:pt modelId="{74B76255-0F74-42CB-B803-C15E2CD9FB97}">
      <dgm:prSet custT="1"/>
      <dgm:spPr>
        <a:xfrm>
          <a:off x="0" y="5120730"/>
          <a:ext cx="6364224" cy="102154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Char char="•"/>
          </a:pPr>
          <a:r>
            <a:rPr lang="en-IN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Advertising optimization</a:t>
          </a:r>
          <a:endParaRPr lang="en-US" sz="20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C31E7016-E16E-42C7-AA51-BF2DBDA76B06}" type="parTrans" cxnId="{73E15352-7704-48B1-A8FF-E4ED67056E6E}">
      <dgm:prSet/>
      <dgm:spPr/>
      <dgm:t>
        <a:bodyPr/>
        <a:lstStyle/>
        <a:p>
          <a:endParaRPr lang="en-US"/>
        </a:p>
      </dgm:t>
    </dgm:pt>
    <dgm:pt modelId="{1C8FCAF7-96D9-4EA5-8C6C-0E01362E9546}" type="sibTrans" cxnId="{73E15352-7704-48B1-A8FF-E4ED67056E6E}">
      <dgm:prSet/>
      <dgm:spPr/>
      <dgm:t>
        <a:bodyPr/>
        <a:lstStyle/>
        <a:p>
          <a:endParaRPr lang="en-US"/>
        </a:p>
      </dgm:t>
    </dgm:pt>
    <dgm:pt modelId="{E19B50E8-C198-4CE5-852F-EAADCCFB3AB1}" type="pres">
      <dgm:prSet presAssocID="{715C6AAA-AC18-4659-9756-D07A7265E99A}" presName="linear" presStyleCnt="0">
        <dgm:presLayoutVars>
          <dgm:animLvl val="lvl"/>
          <dgm:resizeHandles val="exact"/>
        </dgm:presLayoutVars>
      </dgm:prSet>
      <dgm:spPr/>
    </dgm:pt>
    <dgm:pt modelId="{629C9CE6-089B-4924-98F8-248A81DF84BE}" type="pres">
      <dgm:prSet presAssocID="{FA44C7D8-EE49-438A-8AAA-CF5CB10AE4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A3FB65-5A13-4FAD-AA70-AA3EFF2DEB7E}" type="pres">
      <dgm:prSet presAssocID="{FA44C7D8-EE49-438A-8AAA-CF5CB10AE4B2}" presName="childText" presStyleLbl="revTx" presStyleIdx="0" presStyleCnt="4">
        <dgm:presLayoutVars>
          <dgm:bulletEnabled val="1"/>
        </dgm:presLayoutVars>
      </dgm:prSet>
      <dgm:spPr/>
    </dgm:pt>
    <dgm:pt modelId="{308CEFC5-AFCB-4872-9DCD-EA81FE7224B7}" type="pres">
      <dgm:prSet presAssocID="{03441F4A-F91C-4200-B5C6-C11DCD12F6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A3B872F-F7C7-4AD7-B269-76CC1B206482}" type="pres">
      <dgm:prSet presAssocID="{03441F4A-F91C-4200-B5C6-C11DCD12F6B2}" presName="childText" presStyleLbl="revTx" presStyleIdx="1" presStyleCnt="4">
        <dgm:presLayoutVars>
          <dgm:bulletEnabled val="1"/>
        </dgm:presLayoutVars>
      </dgm:prSet>
      <dgm:spPr/>
    </dgm:pt>
    <dgm:pt modelId="{9BD68456-5CFE-4768-AA96-5A1934466781}" type="pres">
      <dgm:prSet presAssocID="{BA71317D-6D9E-4DAF-84E4-C467A3848C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78A03AC-B5CC-4FCB-AB7A-AA47382928C8}" type="pres">
      <dgm:prSet presAssocID="{BA71317D-6D9E-4DAF-84E4-C467A3848C75}" presName="childText" presStyleLbl="revTx" presStyleIdx="2" presStyleCnt="4">
        <dgm:presLayoutVars>
          <dgm:bulletEnabled val="1"/>
        </dgm:presLayoutVars>
      </dgm:prSet>
      <dgm:spPr/>
    </dgm:pt>
    <dgm:pt modelId="{1AD87D42-7E79-4450-AF04-D6F7DE3FFA07}" type="pres">
      <dgm:prSet presAssocID="{66287260-2553-4399-981E-0A451B96A93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C75D39-6DA1-433B-BEE6-1B2E298D2C44}" type="pres">
      <dgm:prSet presAssocID="{66287260-2553-4399-981E-0A451B96A934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138B3B0A-1C20-4C51-8C65-A74446EA2571}" srcId="{715C6AAA-AC18-4659-9756-D07A7265E99A}" destId="{66287260-2553-4399-981E-0A451B96A934}" srcOrd="3" destOrd="0" parTransId="{F44362BE-80A6-4874-9B30-7F897E4DF4B6}" sibTransId="{5136FFAF-48C5-4B42-882A-2EF17EEDBD48}"/>
    <dgm:cxn modelId="{D9F69621-EAA9-443D-AB72-ADCE26A4288C}" type="presOf" srcId="{556C95D9-7AD7-4263-8F96-78257F2D7EFB}" destId="{82C75D39-6DA1-433B-BEE6-1B2E298D2C44}" srcOrd="0" destOrd="0" presId="urn:microsoft.com/office/officeart/2005/8/layout/vList2"/>
    <dgm:cxn modelId="{35CFD426-6A28-4CCB-9DDD-F4CED1B254B8}" type="presOf" srcId="{A152AC56-7543-4D7D-A2C3-7ED917909727}" destId="{6A3B872F-F7C7-4AD7-B269-76CC1B206482}" srcOrd="0" destOrd="0" presId="urn:microsoft.com/office/officeart/2005/8/layout/vList2"/>
    <dgm:cxn modelId="{7FC91327-AF5A-41D7-BE03-951AE963AC13}" type="presOf" srcId="{BA71317D-6D9E-4DAF-84E4-C467A3848C75}" destId="{9BD68456-5CFE-4768-AA96-5A1934466781}" srcOrd="0" destOrd="0" presId="urn:microsoft.com/office/officeart/2005/8/layout/vList2"/>
    <dgm:cxn modelId="{42422635-C921-4089-8E6C-7F1D17822923}" srcId="{FA44C7D8-EE49-438A-8AAA-CF5CB10AE4B2}" destId="{E6796B35-73B4-4722-B66B-70D2ED1BDDDD}" srcOrd="1" destOrd="0" parTransId="{F195690E-D88B-4754-BC86-D649EFEB47D2}" sibTransId="{ADF305A6-3307-4250-9FDD-E69C92EAF7A9}"/>
    <dgm:cxn modelId="{42A64E3F-D0D8-436E-AC87-40495C0EC632}" srcId="{715C6AAA-AC18-4659-9756-D07A7265E99A}" destId="{BA71317D-6D9E-4DAF-84E4-C467A3848C75}" srcOrd="2" destOrd="0" parTransId="{82A0D45A-2C60-47C3-8106-600C3C03524C}" sibTransId="{29CE66D9-5B87-4086-BB54-B4279F4073A4}"/>
    <dgm:cxn modelId="{7571B33F-8660-4514-9515-E2BA329FF9A5}" type="presOf" srcId="{E4B2510F-8CD7-4809-9BE0-ED8CBDCA2CAD}" destId="{D78A03AC-B5CC-4FCB-AB7A-AA47382928C8}" srcOrd="0" destOrd="0" presId="urn:microsoft.com/office/officeart/2005/8/layout/vList2"/>
    <dgm:cxn modelId="{DC870C5E-55D4-4B8A-8397-17DE815B0C31}" srcId="{BA71317D-6D9E-4DAF-84E4-C467A3848C75}" destId="{E4B2510F-8CD7-4809-9BE0-ED8CBDCA2CAD}" srcOrd="0" destOrd="0" parTransId="{1B8B54A6-5D6F-45D8-BCD4-C67DB677B623}" sibTransId="{0E7471E4-5358-4C19-A753-50E5C52A52B6}"/>
    <dgm:cxn modelId="{AF52F641-F4A2-4B85-88BB-35962C4C2686}" type="presOf" srcId="{98CDA282-81E4-4159-8716-D10AD6244981}" destId="{D78A03AC-B5CC-4FCB-AB7A-AA47382928C8}" srcOrd="0" destOrd="1" presId="urn:microsoft.com/office/officeart/2005/8/layout/vList2"/>
    <dgm:cxn modelId="{BFD65362-1077-4B75-B1D1-333DBCCC52BA}" srcId="{BA71317D-6D9E-4DAF-84E4-C467A3848C75}" destId="{98CDA282-81E4-4159-8716-D10AD6244981}" srcOrd="1" destOrd="0" parTransId="{F7BC7934-303A-4540-8453-312542C2C19B}" sibTransId="{A69C490E-5006-43B4-A360-872DF01E6892}"/>
    <dgm:cxn modelId="{FA31F642-E8E3-4929-A134-EE563E94B1E9}" srcId="{715C6AAA-AC18-4659-9756-D07A7265E99A}" destId="{FA44C7D8-EE49-438A-8AAA-CF5CB10AE4B2}" srcOrd="0" destOrd="0" parTransId="{A59FD03C-DB15-430D-B4D9-EAFAFFCE30C5}" sibTransId="{92B93ED9-D33E-4512-8D2E-EE172A8CA5AF}"/>
    <dgm:cxn modelId="{623F7066-2FF4-434D-BA1A-C9A419B9EE8E}" type="presOf" srcId="{74B76255-0F74-42CB-B803-C15E2CD9FB97}" destId="{82C75D39-6DA1-433B-BEE6-1B2E298D2C44}" srcOrd="0" destOrd="1" presId="urn:microsoft.com/office/officeart/2005/8/layout/vList2"/>
    <dgm:cxn modelId="{00090D6B-B09D-4077-A708-3D8F23F95111}" type="presOf" srcId="{C25780EF-AAB3-48DA-B664-669E3AE44F60}" destId="{6A3B872F-F7C7-4AD7-B269-76CC1B206482}" srcOrd="0" destOrd="1" presId="urn:microsoft.com/office/officeart/2005/8/layout/vList2"/>
    <dgm:cxn modelId="{73E15352-7704-48B1-A8FF-E4ED67056E6E}" srcId="{66287260-2553-4399-981E-0A451B96A934}" destId="{74B76255-0F74-42CB-B803-C15E2CD9FB97}" srcOrd="1" destOrd="0" parTransId="{C31E7016-E16E-42C7-AA51-BF2DBDA76B06}" sibTransId="{1C8FCAF7-96D9-4EA5-8C6C-0E01362E9546}"/>
    <dgm:cxn modelId="{4D8D5586-30C9-4579-9108-19942AA505AA}" type="presOf" srcId="{E6796B35-73B4-4722-B66B-70D2ED1BDDDD}" destId="{49A3FB65-5A13-4FAD-AA70-AA3EFF2DEB7E}" srcOrd="0" destOrd="1" presId="urn:microsoft.com/office/officeart/2005/8/layout/vList2"/>
    <dgm:cxn modelId="{375B6C91-9256-456B-B6DB-1FD9B6F1A8A9}" type="presOf" srcId="{715C6AAA-AC18-4659-9756-D07A7265E99A}" destId="{E19B50E8-C198-4CE5-852F-EAADCCFB3AB1}" srcOrd="0" destOrd="0" presId="urn:microsoft.com/office/officeart/2005/8/layout/vList2"/>
    <dgm:cxn modelId="{0BAD9FA4-7E01-4CA7-A39F-B64B9E5D3EA5}" type="presOf" srcId="{FA44C7D8-EE49-438A-8AAA-CF5CB10AE4B2}" destId="{629C9CE6-089B-4924-98F8-248A81DF84BE}" srcOrd="0" destOrd="0" presId="urn:microsoft.com/office/officeart/2005/8/layout/vList2"/>
    <dgm:cxn modelId="{E23B73BD-D71F-4EF4-A7EB-9F6D31249D64}" type="presOf" srcId="{66287260-2553-4399-981E-0A451B96A934}" destId="{1AD87D42-7E79-4450-AF04-D6F7DE3FFA07}" srcOrd="0" destOrd="0" presId="urn:microsoft.com/office/officeart/2005/8/layout/vList2"/>
    <dgm:cxn modelId="{8DAD1ACC-E7E3-47DC-A2F6-8930C829EF84}" srcId="{66287260-2553-4399-981E-0A451B96A934}" destId="{556C95D9-7AD7-4263-8F96-78257F2D7EFB}" srcOrd="0" destOrd="0" parTransId="{6DB98EF2-7780-42FD-B715-FE82C0C6ED3E}" sibTransId="{0DE8B9D7-644B-4C39-8CAD-AB323C481A45}"/>
    <dgm:cxn modelId="{C4F260CF-23A8-477F-9743-43CA4E6A8097}" srcId="{03441F4A-F91C-4200-B5C6-C11DCD12F6B2}" destId="{C25780EF-AAB3-48DA-B664-669E3AE44F60}" srcOrd="1" destOrd="0" parTransId="{2321C169-85B2-4C08-91CB-2695AAA56DA1}" sibTransId="{AD481FB4-CB92-4738-A987-CFFDF798B46B}"/>
    <dgm:cxn modelId="{034EC7D9-E73E-48A1-B1FF-E5CE7F827173}" type="presOf" srcId="{03441F4A-F91C-4200-B5C6-C11DCD12F6B2}" destId="{308CEFC5-AFCB-4872-9DCD-EA81FE7224B7}" srcOrd="0" destOrd="0" presId="urn:microsoft.com/office/officeart/2005/8/layout/vList2"/>
    <dgm:cxn modelId="{4EDCD4DB-F3A7-463A-A537-6011F2828736}" type="presOf" srcId="{247E1D44-D291-40FA-A38B-4CD8B978058A}" destId="{49A3FB65-5A13-4FAD-AA70-AA3EFF2DEB7E}" srcOrd="0" destOrd="0" presId="urn:microsoft.com/office/officeart/2005/8/layout/vList2"/>
    <dgm:cxn modelId="{E87406DE-B199-46C0-9851-FF59AF236891}" srcId="{715C6AAA-AC18-4659-9756-D07A7265E99A}" destId="{03441F4A-F91C-4200-B5C6-C11DCD12F6B2}" srcOrd="1" destOrd="0" parTransId="{D25864E0-0699-4A8C-A30C-E7266F6A6774}" sibTransId="{DEFE75CA-F6D5-49B2-B5B4-F85EC4256B95}"/>
    <dgm:cxn modelId="{4E43D4E4-CBCC-42CA-AD9B-E9E5ED7B8FA1}" srcId="{03441F4A-F91C-4200-B5C6-C11DCD12F6B2}" destId="{A152AC56-7543-4D7D-A2C3-7ED917909727}" srcOrd="0" destOrd="0" parTransId="{A264A4B8-E57D-421C-BB66-94D0D6FFACF2}" sibTransId="{BDA06555-CBAD-42D5-90C3-24D7BAD3D32A}"/>
    <dgm:cxn modelId="{ED54CBF7-85B3-4893-A191-146868622B8E}" srcId="{FA44C7D8-EE49-438A-8AAA-CF5CB10AE4B2}" destId="{247E1D44-D291-40FA-A38B-4CD8B978058A}" srcOrd="0" destOrd="0" parTransId="{DDF2F8EC-980C-4D57-AD61-B1F6F9FF68C7}" sibTransId="{9EFDACDB-AA2A-4022-AFB2-CF5F2B0979BB}"/>
    <dgm:cxn modelId="{57634844-B161-4164-AE3B-59772DEB1BDD}" type="presParOf" srcId="{E19B50E8-C198-4CE5-852F-EAADCCFB3AB1}" destId="{629C9CE6-089B-4924-98F8-248A81DF84BE}" srcOrd="0" destOrd="0" presId="urn:microsoft.com/office/officeart/2005/8/layout/vList2"/>
    <dgm:cxn modelId="{06B7DDF6-5493-40AB-A6C1-16B29FB05E9B}" type="presParOf" srcId="{E19B50E8-C198-4CE5-852F-EAADCCFB3AB1}" destId="{49A3FB65-5A13-4FAD-AA70-AA3EFF2DEB7E}" srcOrd="1" destOrd="0" presId="urn:microsoft.com/office/officeart/2005/8/layout/vList2"/>
    <dgm:cxn modelId="{AF137072-5332-46E4-8F60-ABC24C18B3E7}" type="presParOf" srcId="{E19B50E8-C198-4CE5-852F-EAADCCFB3AB1}" destId="{308CEFC5-AFCB-4872-9DCD-EA81FE7224B7}" srcOrd="2" destOrd="0" presId="urn:microsoft.com/office/officeart/2005/8/layout/vList2"/>
    <dgm:cxn modelId="{94D65298-FF65-41DF-B1C1-055BC7F90EDC}" type="presParOf" srcId="{E19B50E8-C198-4CE5-852F-EAADCCFB3AB1}" destId="{6A3B872F-F7C7-4AD7-B269-76CC1B206482}" srcOrd="3" destOrd="0" presId="urn:microsoft.com/office/officeart/2005/8/layout/vList2"/>
    <dgm:cxn modelId="{819BA4A1-4870-477A-9BA6-D55B767C7FCA}" type="presParOf" srcId="{E19B50E8-C198-4CE5-852F-EAADCCFB3AB1}" destId="{9BD68456-5CFE-4768-AA96-5A1934466781}" srcOrd="4" destOrd="0" presId="urn:microsoft.com/office/officeart/2005/8/layout/vList2"/>
    <dgm:cxn modelId="{B0AA36CD-F1DE-48A2-933F-835F49E6E448}" type="presParOf" srcId="{E19B50E8-C198-4CE5-852F-EAADCCFB3AB1}" destId="{D78A03AC-B5CC-4FCB-AB7A-AA47382928C8}" srcOrd="5" destOrd="0" presId="urn:microsoft.com/office/officeart/2005/8/layout/vList2"/>
    <dgm:cxn modelId="{E41D01A2-1112-4CAC-B183-954655BB5DA8}" type="presParOf" srcId="{E19B50E8-C198-4CE5-852F-EAADCCFB3AB1}" destId="{1AD87D42-7E79-4450-AF04-D6F7DE3FFA07}" srcOrd="6" destOrd="0" presId="urn:microsoft.com/office/officeart/2005/8/layout/vList2"/>
    <dgm:cxn modelId="{0F882EAC-28D1-4B16-A05D-F3B0D76D30D1}" type="presParOf" srcId="{E19B50E8-C198-4CE5-852F-EAADCCFB3AB1}" destId="{82C75D39-6DA1-433B-BEE6-1B2E298D2C4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31CD1B-CD28-48BB-BA33-424445F15413}" type="doc">
      <dgm:prSet loTypeId="urn:microsoft.com/office/officeart/2016/7/layout/VerticalDownArrowProcess" loCatId="process" qsTypeId="urn:microsoft.com/office/officeart/2005/8/quickstyle/simple1#19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870931CB-87E2-4C01-ADF3-1C717531D5A8}">
      <dgm:prSet/>
      <dgm:spPr>
        <a:xfrm rot="10800000">
          <a:off x="0" y="974"/>
          <a:ext cx="1591056" cy="209522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0" bIns="0" anchor="t" anchorCtr="0"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Simulation Overview</a:t>
          </a:r>
          <a:endParaRPr lang="en-US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2D4D870A-1BD7-464E-84DF-B19061E28DEA}" type="parTrans" cxnId="{21CB8BC0-DEDA-4C7A-9836-4E3EEE3DBFFA}">
      <dgm:prSet/>
      <dgm:spPr/>
      <dgm:t>
        <a:bodyPr/>
        <a:lstStyle/>
        <a:p>
          <a:endParaRPr lang="en-US"/>
        </a:p>
      </dgm:t>
    </dgm:pt>
    <dgm:pt modelId="{AC431AA2-D7DC-4467-9B19-BCAE7EA2DFFC}" type="sibTrans" cxnId="{21CB8BC0-DEDA-4C7A-9836-4E3EEE3DBFFA}">
      <dgm:prSet/>
      <dgm:spPr/>
      <dgm:t>
        <a:bodyPr/>
        <a:lstStyle/>
        <a:p>
          <a:endParaRPr lang="en-US"/>
        </a:p>
      </dgm:t>
    </dgm:pt>
    <dgm:pt modelId="{D97EA6C7-56FC-4C0B-9D81-F86B959AAD3B}">
      <dgm:prSet custT="1"/>
      <dgm:spPr>
        <a:xfrm>
          <a:off x="1591055" y="974"/>
          <a:ext cx="4773168" cy="1361895"/>
        </a:xfrm>
        <a:prstGeom prst="rect">
          <a:avLst/>
        </a:prstGeom>
        <a:solidFill>
          <a:srgbClr val="FFC000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288000" anchor="ctr" anchorCtr="0"/>
        <a:lstStyle/>
        <a:p>
          <a:pPr>
            <a:buNone/>
          </a:pPr>
          <a:r>
            <a:rPr lang="en-US" sz="20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Act as a coffee shop owner making daily pricing decisions</a:t>
          </a:r>
        </a:p>
      </dgm:t>
    </dgm:pt>
    <dgm:pt modelId="{7638F012-7EE8-48A5-B206-467C2D5E4307}" type="parTrans" cxnId="{511D7F23-6A3F-4DD2-A4A6-D2FC39D064EC}">
      <dgm:prSet/>
      <dgm:spPr/>
      <dgm:t>
        <a:bodyPr/>
        <a:lstStyle/>
        <a:p>
          <a:endParaRPr lang="en-US"/>
        </a:p>
      </dgm:t>
    </dgm:pt>
    <dgm:pt modelId="{7AD0E941-A674-4D8D-BD9B-0E0C7F08CEA3}" type="sibTrans" cxnId="{511D7F23-6A3F-4DD2-A4A6-D2FC39D064EC}">
      <dgm:prSet/>
      <dgm:spPr/>
      <dgm:t>
        <a:bodyPr/>
        <a:lstStyle/>
        <a:p>
          <a:endParaRPr lang="en-US"/>
        </a:p>
      </dgm:t>
    </dgm:pt>
    <dgm:pt modelId="{553AA2E5-7923-4E0B-9F17-191BBF495758}">
      <dgm:prSet/>
      <dgm:spPr>
        <a:xfrm rot="10800000">
          <a:off x="0" y="2075763"/>
          <a:ext cx="1591056" cy="209522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0" anchor="t" anchorCtr="0"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Objective</a:t>
          </a:r>
          <a:endParaRPr lang="en-US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238CD0B5-7987-4828-98A2-6E257D528B75}" type="parTrans" cxnId="{A403FD6E-CD26-44BA-A9BA-7E5375E68F40}">
      <dgm:prSet/>
      <dgm:spPr/>
      <dgm:t>
        <a:bodyPr/>
        <a:lstStyle/>
        <a:p>
          <a:endParaRPr lang="en-US"/>
        </a:p>
      </dgm:t>
    </dgm:pt>
    <dgm:pt modelId="{A2B834B8-6D37-4451-A03B-617B548FECA1}" type="sibTrans" cxnId="{A403FD6E-CD26-44BA-A9BA-7E5375E68F40}">
      <dgm:prSet/>
      <dgm:spPr/>
      <dgm:t>
        <a:bodyPr/>
        <a:lstStyle/>
        <a:p>
          <a:endParaRPr lang="en-US"/>
        </a:p>
      </dgm:t>
    </dgm:pt>
    <dgm:pt modelId="{4C7A7DED-FCAC-4463-948D-F0014FA78ACD}">
      <dgm:prSet custT="1"/>
      <dgm:spPr>
        <a:xfrm>
          <a:off x="1591055" y="2066829"/>
          <a:ext cx="4773168" cy="1361895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72000"/>
        <a:lstStyle/>
        <a:p>
          <a:pPr>
            <a:lnSpc>
              <a:spcPct val="100000"/>
            </a:lnSpc>
            <a:spcAft>
              <a:spcPts val="600"/>
            </a:spcAft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Maximize:</a:t>
          </a:r>
        </a:p>
      </dgm:t>
    </dgm:pt>
    <dgm:pt modelId="{561D6121-3A00-400A-AD23-951A2C88B2D8}" type="parTrans" cxnId="{37A38C94-280C-49CF-B621-6369AA34D3BB}">
      <dgm:prSet/>
      <dgm:spPr/>
      <dgm:t>
        <a:bodyPr/>
        <a:lstStyle/>
        <a:p>
          <a:endParaRPr lang="en-US"/>
        </a:p>
      </dgm:t>
    </dgm:pt>
    <dgm:pt modelId="{460B6457-7D0B-4B39-B6A0-0392DA139716}" type="sibTrans" cxnId="{37A38C94-280C-49CF-B621-6369AA34D3BB}">
      <dgm:prSet/>
      <dgm:spPr/>
      <dgm:t>
        <a:bodyPr/>
        <a:lstStyle/>
        <a:p>
          <a:endParaRPr lang="en-US"/>
        </a:p>
      </dgm:t>
    </dgm:pt>
    <dgm:pt modelId="{7D37891D-D02F-4BCC-9C6D-1D545D08753A}">
      <dgm:prSet custT="1"/>
      <dgm:spPr>
        <a:xfrm>
          <a:off x="1591055" y="2066829"/>
          <a:ext cx="4773168" cy="1361895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72000"/>
        <a:lstStyle/>
        <a:p>
          <a:pPr>
            <a:lnSpc>
              <a:spcPct val="90000"/>
            </a:lnSpc>
            <a:spcAft>
              <a:spcPct val="15000"/>
            </a:spcAft>
            <a:buChar char="•"/>
          </a:pPr>
          <a:r>
            <a:rPr lang="en-US" sz="16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Profit</a:t>
          </a:r>
        </a:p>
      </dgm:t>
    </dgm:pt>
    <dgm:pt modelId="{4D493780-71DA-4BF9-A375-80FD603EBFA0}" type="parTrans" cxnId="{A19C27E7-9921-479E-A516-78E4995D1FBE}">
      <dgm:prSet/>
      <dgm:spPr/>
      <dgm:t>
        <a:bodyPr/>
        <a:lstStyle/>
        <a:p>
          <a:endParaRPr lang="en-US"/>
        </a:p>
      </dgm:t>
    </dgm:pt>
    <dgm:pt modelId="{F706E907-3D48-43C0-AE3E-06ACC596FF64}" type="sibTrans" cxnId="{A19C27E7-9921-479E-A516-78E4995D1FBE}">
      <dgm:prSet/>
      <dgm:spPr/>
      <dgm:t>
        <a:bodyPr/>
        <a:lstStyle/>
        <a:p>
          <a:endParaRPr lang="en-US"/>
        </a:p>
      </dgm:t>
    </dgm:pt>
    <dgm:pt modelId="{0BA19BEF-571F-4124-A2CF-9B5862C02727}">
      <dgm:prSet custT="1"/>
      <dgm:spPr>
        <a:xfrm>
          <a:off x="1591055" y="2066829"/>
          <a:ext cx="4773168" cy="1361895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72000"/>
        <a:lstStyle/>
        <a:p>
          <a:pPr>
            <a:lnSpc>
              <a:spcPct val="90000"/>
            </a:lnSpc>
            <a:spcAft>
              <a:spcPct val="15000"/>
            </a:spcAft>
            <a:buChar char="•"/>
          </a:pPr>
          <a:r>
            <a:rPr lang="en-US" sz="16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Net rewards</a:t>
          </a:r>
        </a:p>
      </dgm:t>
    </dgm:pt>
    <dgm:pt modelId="{508A2E5C-7CE8-42EF-BED5-CC589EF695CA}" type="parTrans" cxnId="{226DA413-634B-430B-ADDE-5399934EAFB1}">
      <dgm:prSet/>
      <dgm:spPr/>
      <dgm:t>
        <a:bodyPr/>
        <a:lstStyle/>
        <a:p>
          <a:endParaRPr lang="en-US"/>
        </a:p>
      </dgm:t>
    </dgm:pt>
    <dgm:pt modelId="{92FE55F7-24F4-4D67-8196-4D0F68F72BC7}" type="sibTrans" cxnId="{226DA413-634B-430B-ADDE-5399934EAFB1}">
      <dgm:prSet/>
      <dgm:spPr/>
      <dgm:t>
        <a:bodyPr/>
        <a:lstStyle/>
        <a:p>
          <a:endParaRPr lang="en-US"/>
        </a:p>
      </dgm:t>
    </dgm:pt>
    <dgm:pt modelId="{658018F4-DA01-4A58-8A46-1A8B2A98ED9E}">
      <dgm:prSet custT="1"/>
      <dgm:spPr>
        <a:xfrm>
          <a:off x="1591055" y="2066829"/>
          <a:ext cx="4773168" cy="1361895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72000"/>
        <a:lstStyle/>
        <a:p>
          <a:pPr>
            <a:lnSpc>
              <a:spcPct val="100000"/>
            </a:lnSpc>
            <a:spcAft>
              <a:spcPts val="600"/>
            </a:spcAft>
            <a:buChar char="•"/>
          </a:pPr>
          <a:r>
            <a:rPr lang="en-US" sz="16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Inventory efficiency</a:t>
          </a:r>
        </a:p>
      </dgm:t>
    </dgm:pt>
    <dgm:pt modelId="{364D8B48-423F-4EE4-A2B5-4A6ACE8BDEB9}" type="parTrans" cxnId="{FBCEBCB6-FB0D-41F1-98E5-602587F448BC}">
      <dgm:prSet/>
      <dgm:spPr/>
      <dgm:t>
        <a:bodyPr/>
        <a:lstStyle/>
        <a:p>
          <a:endParaRPr lang="en-US"/>
        </a:p>
      </dgm:t>
    </dgm:pt>
    <dgm:pt modelId="{D82E761A-2919-4AC5-A177-A06FED1AE4B0}" type="sibTrans" cxnId="{FBCEBCB6-FB0D-41F1-98E5-602587F448BC}">
      <dgm:prSet/>
      <dgm:spPr/>
      <dgm:t>
        <a:bodyPr/>
        <a:lstStyle/>
        <a:p>
          <a:endParaRPr lang="en-US"/>
        </a:p>
      </dgm:t>
    </dgm:pt>
    <dgm:pt modelId="{E9609160-3128-4E97-8A12-598B8B43E06C}">
      <dgm:prSet/>
      <dgm:spPr>
        <a:xfrm>
          <a:off x="0" y="4150553"/>
          <a:ext cx="1591056" cy="1362304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tIns="0"/>
        <a:lstStyle/>
        <a:p>
          <a:pPr>
            <a:buNone/>
          </a:pPr>
          <a:r>
            <a:rPr lang="en-US" b="1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Learning Approach</a:t>
          </a:r>
          <a:endParaRPr lang="en-US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gm:t>
    </dgm:pt>
    <dgm:pt modelId="{C510C0CF-19FB-480B-BDEF-507E2B6E06C3}" type="parTrans" cxnId="{8CFF2F6E-CCF0-405F-B996-1B2922448B9C}">
      <dgm:prSet/>
      <dgm:spPr/>
      <dgm:t>
        <a:bodyPr/>
        <a:lstStyle/>
        <a:p>
          <a:endParaRPr lang="en-US"/>
        </a:p>
      </dgm:t>
    </dgm:pt>
    <dgm:pt modelId="{C61CBBAC-9832-478C-BA76-BE2C275E8C00}" type="sibTrans" cxnId="{8CFF2F6E-CCF0-405F-B996-1B2922448B9C}">
      <dgm:prSet/>
      <dgm:spPr/>
      <dgm:t>
        <a:bodyPr/>
        <a:lstStyle/>
        <a:p>
          <a:endParaRPr lang="en-US"/>
        </a:p>
      </dgm:t>
    </dgm:pt>
    <dgm:pt modelId="{F202FEA7-4FE5-4FA7-B3E7-0BE99927F125}">
      <dgm:prSet custT="1"/>
      <dgm:spPr>
        <a:xfrm>
          <a:off x="1591055" y="4150553"/>
          <a:ext cx="4773168" cy="13623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Experimentation</a:t>
          </a:r>
        </a:p>
      </dgm:t>
    </dgm:pt>
    <dgm:pt modelId="{56AA6F0A-5B90-4228-94D1-95989A10F8AA}" type="parTrans" cxnId="{86791E68-83DC-4277-A9EC-378BE3F17067}">
      <dgm:prSet/>
      <dgm:spPr/>
      <dgm:t>
        <a:bodyPr/>
        <a:lstStyle/>
        <a:p>
          <a:endParaRPr lang="en-US"/>
        </a:p>
      </dgm:t>
    </dgm:pt>
    <dgm:pt modelId="{06858613-D07B-434A-B324-9549BA2A7FB5}" type="sibTrans" cxnId="{86791E68-83DC-4277-A9EC-378BE3F17067}">
      <dgm:prSet/>
      <dgm:spPr/>
      <dgm:t>
        <a:bodyPr/>
        <a:lstStyle/>
        <a:p>
          <a:endParaRPr lang="en-US"/>
        </a:p>
      </dgm:t>
    </dgm:pt>
    <dgm:pt modelId="{F57B1CBD-2D65-473C-B492-9ABB05770E23}">
      <dgm:prSet custT="1"/>
      <dgm:spPr>
        <a:xfrm>
          <a:off x="1591055" y="4150553"/>
          <a:ext cx="4773168" cy="13623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Observation</a:t>
          </a:r>
        </a:p>
      </dgm:t>
    </dgm:pt>
    <dgm:pt modelId="{FAAB3191-D80B-4B02-84D9-E81EDFEAA0C5}" type="parTrans" cxnId="{15B6165B-DBA1-4378-B2CF-465F0B35CB58}">
      <dgm:prSet/>
      <dgm:spPr/>
      <dgm:t>
        <a:bodyPr/>
        <a:lstStyle/>
        <a:p>
          <a:endParaRPr lang="en-US"/>
        </a:p>
      </dgm:t>
    </dgm:pt>
    <dgm:pt modelId="{9C427461-582A-49F4-B58C-F00A9889D798}" type="sibTrans" cxnId="{15B6165B-DBA1-4378-B2CF-465F0B35CB58}">
      <dgm:prSet/>
      <dgm:spPr/>
      <dgm:t>
        <a:bodyPr/>
        <a:lstStyle/>
        <a:p>
          <a:endParaRPr lang="en-US"/>
        </a:p>
      </dgm:t>
    </dgm:pt>
    <dgm:pt modelId="{41F37063-7498-4FAE-BADE-F04481308347}">
      <dgm:prSet custT="1"/>
      <dgm:spPr>
        <a:xfrm>
          <a:off x="1591055" y="4150553"/>
          <a:ext cx="4773168" cy="13623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Reflection</a:t>
          </a:r>
        </a:p>
      </dgm:t>
    </dgm:pt>
    <dgm:pt modelId="{B3D38A67-AF52-4AE2-B216-618F02C1D887}" type="parTrans" cxnId="{1BE3A462-4DC1-4467-85B1-E80D1EDB496A}">
      <dgm:prSet/>
      <dgm:spPr/>
      <dgm:t>
        <a:bodyPr/>
        <a:lstStyle/>
        <a:p>
          <a:endParaRPr lang="en-US"/>
        </a:p>
      </dgm:t>
    </dgm:pt>
    <dgm:pt modelId="{CE5FE808-B6B7-46D1-9016-83EAEFA18A0D}" type="sibTrans" cxnId="{1BE3A462-4DC1-4467-85B1-E80D1EDB496A}">
      <dgm:prSet/>
      <dgm:spPr/>
      <dgm:t>
        <a:bodyPr/>
        <a:lstStyle/>
        <a:p>
          <a:endParaRPr lang="en-US"/>
        </a:p>
      </dgm:t>
    </dgm:pt>
    <dgm:pt modelId="{FF18A75B-F6D8-4E93-916B-46D72E1AA185}">
      <dgm:prSet custT="1"/>
      <dgm:spPr>
        <a:xfrm>
          <a:off x="1591055" y="4150553"/>
          <a:ext cx="4773168" cy="1362304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Adaptation</a:t>
          </a:r>
        </a:p>
      </dgm:t>
    </dgm:pt>
    <dgm:pt modelId="{9E7A31A3-180D-4D8E-9114-A6ECC60E7831}" type="parTrans" cxnId="{B842EFE2-ECA5-479B-B13E-07A965D1C871}">
      <dgm:prSet/>
      <dgm:spPr/>
      <dgm:t>
        <a:bodyPr/>
        <a:lstStyle/>
        <a:p>
          <a:endParaRPr lang="en-US"/>
        </a:p>
      </dgm:t>
    </dgm:pt>
    <dgm:pt modelId="{53D871DB-24E7-4B9D-86AF-FBBAD6233833}" type="sibTrans" cxnId="{B842EFE2-ECA5-479B-B13E-07A965D1C871}">
      <dgm:prSet/>
      <dgm:spPr/>
      <dgm:t>
        <a:bodyPr/>
        <a:lstStyle/>
        <a:p>
          <a:endParaRPr lang="en-US"/>
        </a:p>
      </dgm:t>
    </dgm:pt>
    <dgm:pt modelId="{F1F68E40-AD90-4852-9AC6-BE8CBC69A05C}" type="pres">
      <dgm:prSet presAssocID="{C631CD1B-CD28-48BB-BA33-424445F15413}" presName="Name0" presStyleCnt="0">
        <dgm:presLayoutVars>
          <dgm:dir/>
          <dgm:animLvl val="lvl"/>
          <dgm:resizeHandles val="exact"/>
        </dgm:presLayoutVars>
      </dgm:prSet>
      <dgm:spPr/>
    </dgm:pt>
    <dgm:pt modelId="{ABBB7304-0621-49C3-80A7-5BC91EEE3D8F}" type="pres">
      <dgm:prSet presAssocID="{E9609160-3128-4E97-8A12-598B8B43E06C}" presName="boxAndChildren" presStyleCnt="0"/>
      <dgm:spPr/>
    </dgm:pt>
    <dgm:pt modelId="{CD2B83F2-8FA4-419E-B645-961193066D5C}" type="pres">
      <dgm:prSet presAssocID="{E9609160-3128-4E97-8A12-598B8B43E06C}" presName="parentTextBox" presStyleLbl="alignNode1" presStyleIdx="0" presStyleCnt="3"/>
      <dgm:spPr/>
    </dgm:pt>
    <dgm:pt modelId="{C0BE87C8-3CCD-47B6-9E31-DCC8207FF698}" type="pres">
      <dgm:prSet presAssocID="{E9609160-3128-4E97-8A12-598B8B43E06C}" presName="descendantBox" presStyleLbl="bgAccFollowNode1" presStyleIdx="0" presStyleCnt="3"/>
      <dgm:spPr/>
    </dgm:pt>
    <dgm:pt modelId="{BDC02DF8-0DF5-4FE7-B64A-0D455F271850}" type="pres">
      <dgm:prSet presAssocID="{A2B834B8-6D37-4451-A03B-617B548FECA1}" presName="sp" presStyleCnt="0"/>
      <dgm:spPr/>
    </dgm:pt>
    <dgm:pt modelId="{12E868E7-32BE-4451-91C3-A4DB31EE5B75}" type="pres">
      <dgm:prSet presAssocID="{553AA2E5-7923-4E0B-9F17-191BBF495758}" presName="arrowAndChildren" presStyleCnt="0"/>
      <dgm:spPr/>
    </dgm:pt>
    <dgm:pt modelId="{7A0625A8-717C-4420-8735-B5C059A4429F}" type="pres">
      <dgm:prSet presAssocID="{553AA2E5-7923-4E0B-9F17-191BBF495758}" presName="parentTextArrow" presStyleLbl="node1" presStyleIdx="0" presStyleCnt="0"/>
      <dgm:spPr/>
    </dgm:pt>
    <dgm:pt modelId="{969989BE-7AF2-4C5E-A8DD-15DC8CA9B782}" type="pres">
      <dgm:prSet presAssocID="{553AA2E5-7923-4E0B-9F17-191BBF495758}" presName="arrow" presStyleLbl="alignNode1" presStyleIdx="1" presStyleCnt="3"/>
      <dgm:spPr/>
    </dgm:pt>
    <dgm:pt modelId="{F3AC4E83-72D1-484D-A1C8-21700BBD5303}" type="pres">
      <dgm:prSet presAssocID="{553AA2E5-7923-4E0B-9F17-191BBF495758}" presName="descendantArrow" presStyleLbl="bgAccFollowNode1" presStyleIdx="1" presStyleCnt="3" custLinFactNeighborY="-656"/>
      <dgm:spPr/>
    </dgm:pt>
    <dgm:pt modelId="{865247C1-CF7F-41A3-A93E-981EC60BAB27}" type="pres">
      <dgm:prSet presAssocID="{AC431AA2-D7DC-4467-9B19-BCAE7EA2DFFC}" presName="sp" presStyleCnt="0"/>
      <dgm:spPr/>
    </dgm:pt>
    <dgm:pt modelId="{FD5D7DBE-A45D-4C5B-A1B8-9463B5756B86}" type="pres">
      <dgm:prSet presAssocID="{870931CB-87E2-4C01-ADF3-1C717531D5A8}" presName="arrowAndChildren" presStyleCnt="0"/>
      <dgm:spPr/>
    </dgm:pt>
    <dgm:pt modelId="{F5D03FD1-47FC-479D-97FD-22A88CFE5449}" type="pres">
      <dgm:prSet presAssocID="{870931CB-87E2-4C01-ADF3-1C717531D5A8}" presName="parentTextArrow" presStyleLbl="node1" presStyleIdx="0" presStyleCnt="0"/>
      <dgm:spPr/>
    </dgm:pt>
    <dgm:pt modelId="{98353AC6-AA47-4E88-A6FC-5825C65FB747}" type="pres">
      <dgm:prSet presAssocID="{870931CB-87E2-4C01-ADF3-1C717531D5A8}" presName="arrow" presStyleLbl="alignNode1" presStyleIdx="2" presStyleCnt="3"/>
      <dgm:spPr/>
    </dgm:pt>
    <dgm:pt modelId="{E16AF888-A440-4611-9F17-20E564F9B2DA}" type="pres">
      <dgm:prSet presAssocID="{870931CB-87E2-4C01-ADF3-1C717531D5A8}" presName="descendantArrow" presStyleLbl="bgAccFollowNode1" presStyleIdx="2" presStyleCnt="3"/>
      <dgm:spPr/>
    </dgm:pt>
  </dgm:ptLst>
  <dgm:cxnLst>
    <dgm:cxn modelId="{A8EC9F08-88D3-4278-B9DA-9245F8EC0342}" type="presOf" srcId="{870931CB-87E2-4C01-ADF3-1C717531D5A8}" destId="{F5D03FD1-47FC-479D-97FD-22A88CFE5449}" srcOrd="0" destOrd="0" presId="urn:microsoft.com/office/officeart/2016/7/layout/VerticalDownArrowProcess"/>
    <dgm:cxn modelId="{226DA413-634B-430B-ADDE-5399934EAFB1}" srcId="{4C7A7DED-FCAC-4463-948D-F0014FA78ACD}" destId="{0BA19BEF-571F-4124-A2CF-9B5862C02727}" srcOrd="1" destOrd="0" parTransId="{508A2E5C-7CE8-42EF-BED5-CC589EF695CA}" sibTransId="{92FE55F7-24F4-4D67-8196-4D0F68F72BC7}"/>
    <dgm:cxn modelId="{511D7F23-6A3F-4DD2-A4A6-D2FC39D064EC}" srcId="{870931CB-87E2-4C01-ADF3-1C717531D5A8}" destId="{D97EA6C7-56FC-4C0B-9D81-F86B959AAD3B}" srcOrd="0" destOrd="0" parTransId="{7638F012-7EE8-48A5-B206-467C2D5E4307}" sibTransId="{7AD0E941-A674-4D8D-BD9B-0E0C7F08CEA3}"/>
    <dgm:cxn modelId="{77FA6839-EF0D-402A-9463-6BC8BF782866}" type="presOf" srcId="{F57B1CBD-2D65-473C-B492-9ABB05770E23}" destId="{C0BE87C8-3CCD-47B6-9E31-DCC8207FF698}" srcOrd="0" destOrd="1" presId="urn:microsoft.com/office/officeart/2016/7/layout/VerticalDownArrowProcess"/>
    <dgm:cxn modelId="{15B6165B-DBA1-4378-B2CF-465F0B35CB58}" srcId="{E9609160-3128-4E97-8A12-598B8B43E06C}" destId="{F57B1CBD-2D65-473C-B492-9ABB05770E23}" srcOrd="1" destOrd="0" parTransId="{FAAB3191-D80B-4B02-84D9-E81EDFEAA0C5}" sibTransId="{9C427461-582A-49F4-B58C-F00A9889D798}"/>
    <dgm:cxn modelId="{1BE3A462-4DC1-4467-85B1-E80D1EDB496A}" srcId="{E9609160-3128-4E97-8A12-598B8B43E06C}" destId="{41F37063-7498-4FAE-BADE-F04481308347}" srcOrd="2" destOrd="0" parTransId="{B3D38A67-AF52-4AE2-B216-618F02C1D887}" sibTransId="{CE5FE808-B6B7-46D1-9016-83EAEFA18A0D}"/>
    <dgm:cxn modelId="{55CD1147-D4BF-41D7-A111-A689CCA94A1B}" type="presOf" srcId="{F202FEA7-4FE5-4FA7-B3E7-0BE99927F125}" destId="{C0BE87C8-3CCD-47B6-9E31-DCC8207FF698}" srcOrd="0" destOrd="0" presId="urn:microsoft.com/office/officeart/2016/7/layout/VerticalDownArrowProcess"/>
    <dgm:cxn modelId="{86791E68-83DC-4277-A9EC-378BE3F17067}" srcId="{E9609160-3128-4E97-8A12-598B8B43E06C}" destId="{F202FEA7-4FE5-4FA7-B3E7-0BE99927F125}" srcOrd="0" destOrd="0" parTransId="{56AA6F0A-5B90-4228-94D1-95989A10F8AA}" sibTransId="{06858613-D07B-434A-B324-9549BA2A7FB5}"/>
    <dgm:cxn modelId="{8CFF2F6E-CCF0-405F-B996-1B2922448B9C}" srcId="{C631CD1B-CD28-48BB-BA33-424445F15413}" destId="{E9609160-3128-4E97-8A12-598B8B43E06C}" srcOrd="2" destOrd="0" parTransId="{C510C0CF-19FB-480B-BDEF-507E2B6E06C3}" sibTransId="{C61CBBAC-9832-478C-BA76-BE2C275E8C00}"/>
    <dgm:cxn modelId="{A403FD6E-CD26-44BA-A9BA-7E5375E68F40}" srcId="{C631CD1B-CD28-48BB-BA33-424445F15413}" destId="{553AA2E5-7923-4E0B-9F17-191BBF495758}" srcOrd="1" destOrd="0" parTransId="{238CD0B5-7987-4828-98A2-6E257D528B75}" sibTransId="{A2B834B8-6D37-4451-A03B-617B548FECA1}"/>
    <dgm:cxn modelId="{05882952-C95C-4E96-95B7-2264CF26831D}" type="presOf" srcId="{870931CB-87E2-4C01-ADF3-1C717531D5A8}" destId="{98353AC6-AA47-4E88-A6FC-5825C65FB747}" srcOrd="1" destOrd="0" presId="urn:microsoft.com/office/officeart/2016/7/layout/VerticalDownArrowProcess"/>
    <dgm:cxn modelId="{FC12AE77-4D14-48DB-8022-B1BCC464CDF3}" type="presOf" srcId="{C631CD1B-CD28-48BB-BA33-424445F15413}" destId="{F1F68E40-AD90-4852-9AC6-BE8CBC69A05C}" srcOrd="0" destOrd="0" presId="urn:microsoft.com/office/officeart/2016/7/layout/VerticalDownArrowProcess"/>
    <dgm:cxn modelId="{425E508D-F6CF-4123-8F16-B3600D7A4196}" type="presOf" srcId="{D97EA6C7-56FC-4C0B-9D81-F86B959AAD3B}" destId="{E16AF888-A440-4611-9F17-20E564F9B2DA}" srcOrd="0" destOrd="0" presId="urn:microsoft.com/office/officeart/2016/7/layout/VerticalDownArrowProcess"/>
    <dgm:cxn modelId="{37A38C94-280C-49CF-B621-6369AA34D3BB}" srcId="{553AA2E5-7923-4E0B-9F17-191BBF495758}" destId="{4C7A7DED-FCAC-4463-948D-F0014FA78ACD}" srcOrd="0" destOrd="0" parTransId="{561D6121-3A00-400A-AD23-951A2C88B2D8}" sibTransId="{460B6457-7D0B-4B39-B6A0-0392DA139716}"/>
    <dgm:cxn modelId="{491E8B9E-5C41-4DFB-8F4F-7DED1B770286}" type="presOf" srcId="{7D37891D-D02F-4BCC-9C6D-1D545D08753A}" destId="{F3AC4E83-72D1-484D-A1C8-21700BBD5303}" srcOrd="0" destOrd="1" presId="urn:microsoft.com/office/officeart/2016/7/layout/VerticalDownArrowProcess"/>
    <dgm:cxn modelId="{17AB29AA-69F1-4669-94BA-C1D478727D16}" type="presOf" srcId="{658018F4-DA01-4A58-8A46-1A8B2A98ED9E}" destId="{F3AC4E83-72D1-484D-A1C8-21700BBD5303}" srcOrd="0" destOrd="3" presId="urn:microsoft.com/office/officeart/2016/7/layout/VerticalDownArrowProcess"/>
    <dgm:cxn modelId="{25C112B0-DBB0-4B42-80A4-A20B652DB45A}" type="presOf" srcId="{FF18A75B-F6D8-4E93-916B-46D72E1AA185}" destId="{C0BE87C8-3CCD-47B6-9E31-DCC8207FF698}" srcOrd="0" destOrd="3" presId="urn:microsoft.com/office/officeart/2016/7/layout/VerticalDownArrowProcess"/>
    <dgm:cxn modelId="{FBCEBCB6-FB0D-41F1-98E5-602587F448BC}" srcId="{4C7A7DED-FCAC-4463-948D-F0014FA78ACD}" destId="{658018F4-DA01-4A58-8A46-1A8B2A98ED9E}" srcOrd="2" destOrd="0" parTransId="{364D8B48-423F-4EE4-A2B5-4A6ACE8BDEB9}" sibTransId="{D82E761A-2919-4AC5-A177-A06FED1AE4B0}"/>
    <dgm:cxn modelId="{21CB8BC0-DEDA-4C7A-9836-4E3EEE3DBFFA}" srcId="{C631CD1B-CD28-48BB-BA33-424445F15413}" destId="{870931CB-87E2-4C01-ADF3-1C717531D5A8}" srcOrd="0" destOrd="0" parTransId="{2D4D870A-1BD7-464E-84DF-B19061E28DEA}" sibTransId="{AC431AA2-D7DC-4467-9B19-BCAE7EA2DFFC}"/>
    <dgm:cxn modelId="{050401C3-277D-47A8-8AD2-904D7BDA0D0D}" type="presOf" srcId="{41F37063-7498-4FAE-BADE-F04481308347}" destId="{C0BE87C8-3CCD-47B6-9E31-DCC8207FF698}" srcOrd="0" destOrd="2" presId="urn:microsoft.com/office/officeart/2016/7/layout/VerticalDownArrowProcess"/>
    <dgm:cxn modelId="{411817C9-546E-4652-9B31-3FC6517CBF17}" type="presOf" srcId="{553AA2E5-7923-4E0B-9F17-191BBF495758}" destId="{969989BE-7AF2-4C5E-A8DD-15DC8CA9B782}" srcOrd="1" destOrd="0" presId="urn:microsoft.com/office/officeart/2016/7/layout/VerticalDownArrowProcess"/>
    <dgm:cxn modelId="{CFDE07D7-F804-46FC-B751-0AAE829DF440}" type="presOf" srcId="{553AA2E5-7923-4E0B-9F17-191BBF495758}" destId="{7A0625A8-717C-4420-8735-B5C059A4429F}" srcOrd="0" destOrd="0" presId="urn:microsoft.com/office/officeart/2016/7/layout/VerticalDownArrowProcess"/>
    <dgm:cxn modelId="{72F54CDF-D1CE-44E2-A1F5-8A74AB1597F6}" type="presOf" srcId="{0BA19BEF-571F-4124-A2CF-9B5862C02727}" destId="{F3AC4E83-72D1-484D-A1C8-21700BBD5303}" srcOrd="0" destOrd="2" presId="urn:microsoft.com/office/officeart/2016/7/layout/VerticalDownArrowProcess"/>
    <dgm:cxn modelId="{7D252BE0-1F69-44D1-A258-7B170851752C}" type="presOf" srcId="{4C7A7DED-FCAC-4463-948D-F0014FA78ACD}" destId="{F3AC4E83-72D1-484D-A1C8-21700BBD5303}" srcOrd="0" destOrd="0" presId="urn:microsoft.com/office/officeart/2016/7/layout/VerticalDownArrowProcess"/>
    <dgm:cxn modelId="{B842EFE2-ECA5-479B-B13E-07A965D1C871}" srcId="{E9609160-3128-4E97-8A12-598B8B43E06C}" destId="{FF18A75B-F6D8-4E93-916B-46D72E1AA185}" srcOrd="3" destOrd="0" parTransId="{9E7A31A3-180D-4D8E-9114-A6ECC60E7831}" sibTransId="{53D871DB-24E7-4B9D-86AF-FBBAD6233833}"/>
    <dgm:cxn modelId="{A19C27E7-9921-479E-A516-78E4995D1FBE}" srcId="{4C7A7DED-FCAC-4463-948D-F0014FA78ACD}" destId="{7D37891D-D02F-4BCC-9C6D-1D545D08753A}" srcOrd="0" destOrd="0" parTransId="{4D493780-71DA-4BF9-A375-80FD603EBFA0}" sibTransId="{F706E907-3D48-43C0-AE3E-06ACC596FF64}"/>
    <dgm:cxn modelId="{54B11EFA-B14C-4AC3-B73B-55DD6B9CA771}" type="presOf" srcId="{E9609160-3128-4E97-8A12-598B8B43E06C}" destId="{CD2B83F2-8FA4-419E-B645-961193066D5C}" srcOrd="0" destOrd="0" presId="urn:microsoft.com/office/officeart/2016/7/layout/VerticalDownArrowProcess"/>
    <dgm:cxn modelId="{C97F20A8-A5A7-41BD-889C-E6EA6A745481}" type="presParOf" srcId="{F1F68E40-AD90-4852-9AC6-BE8CBC69A05C}" destId="{ABBB7304-0621-49C3-80A7-5BC91EEE3D8F}" srcOrd="0" destOrd="0" presId="urn:microsoft.com/office/officeart/2016/7/layout/VerticalDownArrowProcess"/>
    <dgm:cxn modelId="{C9676987-0B2C-4306-9AB0-D4EDDF27A382}" type="presParOf" srcId="{ABBB7304-0621-49C3-80A7-5BC91EEE3D8F}" destId="{CD2B83F2-8FA4-419E-B645-961193066D5C}" srcOrd="0" destOrd="0" presId="urn:microsoft.com/office/officeart/2016/7/layout/VerticalDownArrowProcess"/>
    <dgm:cxn modelId="{304BB682-DC84-4BF3-AD11-52361632340B}" type="presParOf" srcId="{ABBB7304-0621-49C3-80A7-5BC91EEE3D8F}" destId="{C0BE87C8-3CCD-47B6-9E31-DCC8207FF698}" srcOrd="1" destOrd="0" presId="urn:microsoft.com/office/officeart/2016/7/layout/VerticalDownArrowProcess"/>
    <dgm:cxn modelId="{5A16D011-A6C0-4188-8DD5-8194D3CCE8FF}" type="presParOf" srcId="{F1F68E40-AD90-4852-9AC6-BE8CBC69A05C}" destId="{BDC02DF8-0DF5-4FE7-B64A-0D455F271850}" srcOrd="1" destOrd="0" presId="urn:microsoft.com/office/officeart/2016/7/layout/VerticalDownArrowProcess"/>
    <dgm:cxn modelId="{EDEAE434-DF30-4B9D-8282-C786727F5BA7}" type="presParOf" srcId="{F1F68E40-AD90-4852-9AC6-BE8CBC69A05C}" destId="{12E868E7-32BE-4451-91C3-A4DB31EE5B75}" srcOrd="2" destOrd="0" presId="urn:microsoft.com/office/officeart/2016/7/layout/VerticalDownArrowProcess"/>
    <dgm:cxn modelId="{C5EAC97A-DD26-4B84-BC72-48EAEEA3FBAE}" type="presParOf" srcId="{12E868E7-32BE-4451-91C3-A4DB31EE5B75}" destId="{7A0625A8-717C-4420-8735-B5C059A4429F}" srcOrd="0" destOrd="0" presId="urn:microsoft.com/office/officeart/2016/7/layout/VerticalDownArrowProcess"/>
    <dgm:cxn modelId="{02EDF242-0A53-43C8-9178-7044CAB68441}" type="presParOf" srcId="{12E868E7-32BE-4451-91C3-A4DB31EE5B75}" destId="{969989BE-7AF2-4C5E-A8DD-15DC8CA9B782}" srcOrd="1" destOrd="0" presId="urn:microsoft.com/office/officeart/2016/7/layout/VerticalDownArrowProcess"/>
    <dgm:cxn modelId="{5C42F7D6-1182-477D-B851-7E5652EC1A39}" type="presParOf" srcId="{12E868E7-32BE-4451-91C3-A4DB31EE5B75}" destId="{F3AC4E83-72D1-484D-A1C8-21700BBD5303}" srcOrd="2" destOrd="0" presId="urn:microsoft.com/office/officeart/2016/7/layout/VerticalDownArrowProcess"/>
    <dgm:cxn modelId="{F132A08B-DA57-453A-9FFA-6D75672092F0}" type="presParOf" srcId="{F1F68E40-AD90-4852-9AC6-BE8CBC69A05C}" destId="{865247C1-CF7F-41A3-A93E-981EC60BAB27}" srcOrd="3" destOrd="0" presId="urn:microsoft.com/office/officeart/2016/7/layout/VerticalDownArrowProcess"/>
    <dgm:cxn modelId="{DB88AE21-989E-4912-8949-24D2741C77DD}" type="presParOf" srcId="{F1F68E40-AD90-4852-9AC6-BE8CBC69A05C}" destId="{FD5D7DBE-A45D-4C5B-A1B8-9463B5756B86}" srcOrd="4" destOrd="0" presId="urn:microsoft.com/office/officeart/2016/7/layout/VerticalDownArrowProcess"/>
    <dgm:cxn modelId="{5EEAC6D7-4E43-4DC3-9DB8-FA240D35BDDD}" type="presParOf" srcId="{FD5D7DBE-A45D-4C5B-A1B8-9463B5756B86}" destId="{F5D03FD1-47FC-479D-97FD-22A88CFE5449}" srcOrd="0" destOrd="0" presId="urn:microsoft.com/office/officeart/2016/7/layout/VerticalDownArrowProcess"/>
    <dgm:cxn modelId="{56925C51-AD61-47DE-ABEE-38434DC7461C}" type="presParOf" srcId="{FD5D7DBE-A45D-4C5B-A1B8-9463B5756B86}" destId="{98353AC6-AA47-4E88-A6FC-5825C65FB747}" srcOrd="1" destOrd="0" presId="urn:microsoft.com/office/officeart/2016/7/layout/VerticalDownArrowProcess"/>
    <dgm:cxn modelId="{4423092C-F865-4499-8436-0A03A8F8AB93}" type="presParOf" srcId="{FD5D7DBE-A45D-4C5B-A1B8-9463B5756B86}" destId="{E16AF888-A440-4611-9F17-20E564F9B2D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33E592-AE2C-4DA9-8633-850BF74D4F93}" type="doc">
      <dgm:prSet loTypeId="urn:microsoft.com/office/officeart/2018/2/layout/IconVerticalSolidList" loCatId="icon" qsTypeId="urn:microsoft.com/office/officeart/2005/8/quickstyle/simple1#2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49DE610-504E-4441-BC55-1CF1DB1AACE9}">
      <dgm:prSet/>
      <dgm:spPr>
        <a:xfrm>
          <a:off x="1338310" y="4978"/>
          <a:ext cx="5674592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21-Day Decision Process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C493AE24-48C1-4352-A9B2-E1E982FE7355}" type="parTrans" cxnId="{88508DF4-3CD1-43B0-B5B5-F36061F189B5}">
      <dgm:prSet/>
      <dgm:spPr/>
      <dgm:t>
        <a:bodyPr/>
        <a:lstStyle/>
        <a:p>
          <a:endParaRPr lang="en-US"/>
        </a:p>
      </dgm:t>
    </dgm:pt>
    <dgm:pt modelId="{A720FE24-5E88-40F0-99E8-91FB49D39495}" type="sibTrans" cxnId="{88508DF4-3CD1-43B0-B5B5-F36061F189B5}">
      <dgm:prSet/>
      <dgm:spPr/>
      <dgm:t>
        <a:bodyPr/>
        <a:lstStyle/>
        <a:p>
          <a:endParaRPr lang="en-US"/>
        </a:p>
      </dgm:t>
    </dgm:pt>
    <dgm:pt modelId="{DB8D83DF-AF90-4AD4-8D81-5167B7204357}">
      <dgm:prSet/>
      <dgm:spPr>
        <a:xfrm>
          <a:off x="1338310" y="1453366"/>
          <a:ext cx="3156394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Each day includes:</a:t>
          </a:r>
        </a:p>
      </dgm:t>
    </dgm:pt>
    <dgm:pt modelId="{1BA4E061-2975-431D-BED4-5265F5A6AECE}" type="parTrans" cxnId="{37D56F0A-86E8-40B5-A7A3-6B46DEB99ABF}">
      <dgm:prSet/>
      <dgm:spPr/>
      <dgm:t>
        <a:bodyPr/>
        <a:lstStyle/>
        <a:p>
          <a:endParaRPr lang="en-US"/>
        </a:p>
      </dgm:t>
    </dgm:pt>
    <dgm:pt modelId="{8F9BE12C-BCD8-4DB1-A33B-37F5388B45D6}" type="sibTrans" cxnId="{37D56F0A-86E8-40B5-A7A3-6B46DEB99ABF}">
      <dgm:prSet/>
      <dgm:spPr/>
      <dgm:t>
        <a:bodyPr/>
        <a:lstStyle/>
        <a:p>
          <a:endParaRPr lang="en-US"/>
        </a:p>
      </dgm:t>
    </dgm:pt>
    <dgm:pt modelId="{A75D3E3F-B8F2-4DF0-8B59-121E75607C3D}">
      <dgm:prSet custT="1"/>
      <dgm:spPr>
        <a:xfrm>
          <a:off x="4494705" y="1453366"/>
          <a:ext cx="2518197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sz="1800" b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Day of week, weather, inventory level, event presence, competitor presence &amp; pricing</a:t>
          </a:r>
        </a:p>
      </dgm:t>
    </dgm:pt>
    <dgm:pt modelId="{8526FAEB-ADB6-454A-9456-261D97856CC5}" type="parTrans" cxnId="{30C3D01A-3755-449D-B196-BD03B8C01DA0}">
      <dgm:prSet/>
      <dgm:spPr/>
      <dgm:t>
        <a:bodyPr/>
        <a:lstStyle/>
        <a:p>
          <a:endParaRPr lang="en-US"/>
        </a:p>
      </dgm:t>
    </dgm:pt>
    <dgm:pt modelId="{70BFD074-B6F8-44B2-8532-2557AEBEF587}" type="sibTrans" cxnId="{30C3D01A-3755-449D-B196-BD03B8C01DA0}">
      <dgm:prSet/>
      <dgm:spPr/>
      <dgm:t>
        <a:bodyPr/>
        <a:lstStyle/>
        <a:p>
          <a:endParaRPr lang="en-US"/>
        </a:p>
      </dgm:t>
    </dgm:pt>
    <dgm:pt modelId="{D38DFF0C-0725-470E-9321-1C03E04CA60F}">
      <dgm:prSet/>
      <dgm:spPr>
        <a:xfrm>
          <a:off x="1338310" y="2901754"/>
          <a:ext cx="3156394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Player Action</a:t>
          </a: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5488D5E7-807D-4E1E-9B51-2CBF33BE24B9}" type="parTrans" cxnId="{5363FC30-A910-49F6-A755-4FF0CF98E465}">
      <dgm:prSet/>
      <dgm:spPr/>
      <dgm:t>
        <a:bodyPr/>
        <a:lstStyle/>
        <a:p>
          <a:endParaRPr lang="en-US"/>
        </a:p>
      </dgm:t>
    </dgm:pt>
    <dgm:pt modelId="{0F14A91C-B24E-48D7-994D-A6078E5BC4C5}" type="sibTrans" cxnId="{5363FC30-A910-49F6-A755-4FF0CF98E465}">
      <dgm:prSet/>
      <dgm:spPr/>
      <dgm:t>
        <a:bodyPr/>
        <a:lstStyle/>
        <a:p>
          <a:endParaRPr lang="en-US"/>
        </a:p>
      </dgm:t>
    </dgm:pt>
    <dgm:pt modelId="{C6886234-D227-497F-A356-159B2D86E375}">
      <dgm:prSet custT="1"/>
      <dgm:spPr>
        <a:xfrm>
          <a:off x="4494705" y="2901754"/>
          <a:ext cx="2518197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Choose the daily price of coffee between </a:t>
          </a:r>
          <a:r>
            <a: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$1 and 10</a:t>
          </a:r>
          <a:endParaRPr lang="en-US" sz="18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9C050ABD-92B6-40A1-935D-28E23C76BB60}" type="parTrans" cxnId="{2F6DCC53-6007-408D-939C-E0A98C87F84C}">
      <dgm:prSet/>
      <dgm:spPr/>
      <dgm:t>
        <a:bodyPr/>
        <a:lstStyle/>
        <a:p>
          <a:endParaRPr lang="en-US"/>
        </a:p>
      </dgm:t>
    </dgm:pt>
    <dgm:pt modelId="{3D64E279-AEE5-4D34-B3CF-DF9C9C40511F}" type="sibTrans" cxnId="{2F6DCC53-6007-408D-939C-E0A98C87F84C}">
      <dgm:prSet/>
      <dgm:spPr/>
      <dgm:t>
        <a:bodyPr/>
        <a:lstStyle/>
        <a:p>
          <a:endParaRPr lang="en-US"/>
        </a:p>
      </dgm:t>
    </dgm:pt>
    <dgm:pt modelId="{ADA72929-E8B2-4965-B01F-7FD2ECC2F5FF}">
      <dgm:prSet/>
      <dgm:spPr>
        <a:xfrm>
          <a:off x="1338310" y="4350142"/>
          <a:ext cx="3156394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b="1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Goal</a:t>
          </a:r>
          <a:endParaRPr lang="en-US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0A8680F5-F4B1-46CE-A5C9-214EE3567C74}" type="parTrans" cxnId="{8B985330-6B2B-4EB3-933A-273FA7337214}">
      <dgm:prSet/>
      <dgm:spPr/>
      <dgm:t>
        <a:bodyPr/>
        <a:lstStyle/>
        <a:p>
          <a:endParaRPr lang="en-US"/>
        </a:p>
      </dgm:t>
    </dgm:pt>
    <dgm:pt modelId="{A997E6FE-9028-44DB-883B-3DE3A8467D5C}" type="sibTrans" cxnId="{8B985330-6B2B-4EB3-933A-273FA7337214}">
      <dgm:prSet/>
      <dgm:spPr/>
      <dgm:t>
        <a:bodyPr/>
        <a:lstStyle/>
        <a:p>
          <a:endParaRPr lang="en-US"/>
        </a:p>
      </dgm:t>
    </dgm:pt>
    <dgm:pt modelId="{4D48F26B-C685-4DFC-879E-0C4826E0FD4F}">
      <dgm:prSet custT="1"/>
      <dgm:spPr>
        <a:xfrm>
          <a:off x="4494705" y="4350142"/>
          <a:ext cx="2518197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FontTx/>
            <a:buNone/>
          </a:pPr>
          <a:r>
            <a:rPr lang="en-US" sz="18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Maximize rewards,</a:t>
          </a:r>
        </a:p>
      </dgm:t>
    </dgm:pt>
    <dgm:pt modelId="{3DB2373D-5636-4F9B-AA3E-D0A03AB4478E}" type="parTrans" cxnId="{6E5ABC89-A792-448E-833E-52A3A8812170}">
      <dgm:prSet/>
      <dgm:spPr/>
      <dgm:t>
        <a:bodyPr/>
        <a:lstStyle/>
        <a:p>
          <a:endParaRPr lang="en-US"/>
        </a:p>
      </dgm:t>
    </dgm:pt>
    <dgm:pt modelId="{009092FA-076A-4F85-A543-023EEE592B8A}" type="sibTrans" cxnId="{6E5ABC89-A792-448E-833E-52A3A8812170}">
      <dgm:prSet/>
      <dgm:spPr/>
      <dgm:t>
        <a:bodyPr/>
        <a:lstStyle/>
        <a:p>
          <a:endParaRPr lang="en-US"/>
        </a:p>
      </dgm:t>
    </dgm:pt>
    <dgm:pt modelId="{A068BD27-BB1A-4F94-A0B0-29EB101A0E9F}">
      <dgm:prSet custT="1"/>
      <dgm:spPr>
        <a:xfrm>
          <a:off x="4494705" y="4350142"/>
          <a:ext cx="2518197" cy="115871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FontTx/>
            <a:buNone/>
          </a:pPr>
          <a:r>
            <a:rPr lang="en-US" sz="18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Learn Policy</a:t>
          </a:r>
          <a:endParaRPr lang="en-US" sz="18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gm:t>
    </dgm:pt>
    <dgm:pt modelId="{8F3C0D2C-62BB-4B4F-83B9-AB9C159F40E6}" type="parTrans" cxnId="{CD5C8EEF-C2EB-4438-9C23-9A9A16BC400D}">
      <dgm:prSet/>
      <dgm:spPr/>
      <dgm:t>
        <a:bodyPr/>
        <a:lstStyle/>
        <a:p>
          <a:endParaRPr lang="en-US"/>
        </a:p>
      </dgm:t>
    </dgm:pt>
    <dgm:pt modelId="{CDB85CF8-D94B-4D8D-8D57-9844A3E3A07D}" type="sibTrans" cxnId="{CD5C8EEF-C2EB-4438-9C23-9A9A16BC400D}">
      <dgm:prSet/>
      <dgm:spPr/>
      <dgm:t>
        <a:bodyPr/>
        <a:lstStyle/>
        <a:p>
          <a:endParaRPr lang="en-US"/>
        </a:p>
      </dgm:t>
    </dgm:pt>
    <dgm:pt modelId="{6801D9B4-DBB8-403B-8ED6-BA8D88F9D0CA}" type="pres">
      <dgm:prSet presAssocID="{7633E592-AE2C-4DA9-8633-850BF74D4F93}" presName="root" presStyleCnt="0">
        <dgm:presLayoutVars>
          <dgm:dir/>
          <dgm:resizeHandles val="exact"/>
        </dgm:presLayoutVars>
      </dgm:prSet>
      <dgm:spPr/>
    </dgm:pt>
    <dgm:pt modelId="{EA1A66F0-5BCE-482B-B6C4-05FDB02D148C}" type="pres">
      <dgm:prSet presAssocID="{A49DE610-504E-4441-BC55-1CF1DB1AACE9}" presName="compNode" presStyleCnt="0"/>
      <dgm:spPr/>
    </dgm:pt>
    <dgm:pt modelId="{6763D8F4-76DD-4366-8E90-8F2CEBAD9D75}" type="pres">
      <dgm:prSet presAssocID="{A49DE610-504E-4441-BC55-1CF1DB1AACE9}" presName="bgRect" presStyleLbl="bgShp" presStyleIdx="0" presStyleCnt="4" custLinFactNeighborX="-1327" custLinFactNeighborY="-986"/>
      <dgm:spPr>
        <a:xfrm>
          <a:off x="0" y="0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</dgm:pt>
    <dgm:pt modelId="{2C9C4F90-1712-4C22-B198-6DE69B23D992}" type="pres">
      <dgm:prSet presAssocID="{A49DE610-504E-4441-BC55-1CF1DB1AACE9}" presName="iconRect" presStyleLbl="node1" presStyleIdx="0" presStyleCnt="4"/>
      <dgm:spPr>
        <a:xfrm>
          <a:off x="350509" y="265688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85E95333-4345-4195-AE48-7A2E5D9245B9}" type="pres">
      <dgm:prSet presAssocID="{A49DE610-504E-4441-BC55-1CF1DB1AACE9}" presName="spaceRect" presStyleCnt="0"/>
      <dgm:spPr/>
    </dgm:pt>
    <dgm:pt modelId="{174D8124-C46A-4954-9B67-98AA48DC06CC}" type="pres">
      <dgm:prSet presAssocID="{A49DE610-504E-4441-BC55-1CF1DB1AACE9}" presName="parTx" presStyleLbl="revTx" presStyleIdx="0" presStyleCnt="7">
        <dgm:presLayoutVars>
          <dgm:chMax val="0"/>
          <dgm:chPref val="0"/>
        </dgm:presLayoutVars>
      </dgm:prSet>
      <dgm:spPr/>
    </dgm:pt>
    <dgm:pt modelId="{6A172076-8BF5-4441-84F2-B23A67F14BDB}" type="pres">
      <dgm:prSet presAssocID="{A720FE24-5E88-40F0-99E8-91FB49D39495}" presName="sibTrans" presStyleCnt="0"/>
      <dgm:spPr/>
    </dgm:pt>
    <dgm:pt modelId="{B99C7F40-0A2A-42AA-9438-8B577B47F3A6}" type="pres">
      <dgm:prSet presAssocID="{DB8D83DF-AF90-4AD4-8D81-5167B7204357}" presName="compNode" presStyleCnt="0"/>
      <dgm:spPr/>
    </dgm:pt>
    <dgm:pt modelId="{0C06388F-2B7B-426B-9FA2-9DE7787D5259}" type="pres">
      <dgm:prSet presAssocID="{DB8D83DF-AF90-4AD4-8D81-5167B7204357}" presName="bgRect" presStyleLbl="bgShp" presStyleIdx="1" presStyleCnt="4"/>
      <dgm:spPr>
        <a:xfrm>
          <a:off x="0" y="1453366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</dgm:pt>
    <dgm:pt modelId="{E71D4F22-BD50-433C-9312-4647B45F791C}" type="pres">
      <dgm:prSet presAssocID="{DB8D83DF-AF90-4AD4-8D81-5167B7204357}" presName="iconRect" presStyleLbl="node1" presStyleIdx="1" presStyleCnt="4"/>
      <dgm:spPr>
        <a:xfrm>
          <a:off x="350509" y="1714076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82CB404-90A8-4951-8E61-FDE062EFFC49}" type="pres">
      <dgm:prSet presAssocID="{DB8D83DF-AF90-4AD4-8D81-5167B7204357}" presName="spaceRect" presStyleCnt="0"/>
      <dgm:spPr/>
    </dgm:pt>
    <dgm:pt modelId="{89076040-8BED-422B-9584-88D29014D04F}" type="pres">
      <dgm:prSet presAssocID="{DB8D83DF-AF90-4AD4-8D81-5167B7204357}" presName="parTx" presStyleLbl="revTx" presStyleIdx="1" presStyleCnt="7">
        <dgm:presLayoutVars>
          <dgm:chMax val="0"/>
          <dgm:chPref val="0"/>
        </dgm:presLayoutVars>
      </dgm:prSet>
      <dgm:spPr/>
    </dgm:pt>
    <dgm:pt modelId="{C29DA0FE-91AD-4745-B6F3-FCFDEAF6B54B}" type="pres">
      <dgm:prSet presAssocID="{DB8D83DF-AF90-4AD4-8D81-5167B7204357}" presName="desTx" presStyleLbl="revTx" presStyleIdx="2" presStyleCnt="7">
        <dgm:presLayoutVars/>
      </dgm:prSet>
      <dgm:spPr/>
    </dgm:pt>
    <dgm:pt modelId="{DB985093-65FE-49EF-83F5-92121EA4677F}" type="pres">
      <dgm:prSet presAssocID="{8F9BE12C-BCD8-4DB1-A33B-37F5388B45D6}" presName="sibTrans" presStyleCnt="0"/>
      <dgm:spPr/>
    </dgm:pt>
    <dgm:pt modelId="{A6AE44B9-EA8C-43A1-A452-B74FB648CC8C}" type="pres">
      <dgm:prSet presAssocID="{D38DFF0C-0725-470E-9321-1C03E04CA60F}" presName="compNode" presStyleCnt="0"/>
      <dgm:spPr/>
    </dgm:pt>
    <dgm:pt modelId="{855558B3-E0E0-430D-B803-4D588CD13FAF}" type="pres">
      <dgm:prSet presAssocID="{D38DFF0C-0725-470E-9321-1C03E04CA60F}" presName="bgRect" presStyleLbl="bgShp" presStyleIdx="2" presStyleCnt="4"/>
      <dgm:spPr>
        <a:xfrm>
          <a:off x="0" y="2901754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</dgm:pt>
    <dgm:pt modelId="{EB7B0180-9028-4D58-AFE0-B699D47B8FD5}" type="pres">
      <dgm:prSet presAssocID="{D38DFF0C-0725-470E-9321-1C03E04CA60F}" presName="iconRect" presStyleLbl="node1" presStyleIdx="2" presStyleCnt="4"/>
      <dgm:spPr>
        <a:xfrm>
          <a:off x="350509" y="3162464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Coffee"/>
        </a:ext>
      </dgm:extLst>
    </dgm:pt>
    <dgm:pt modelId="{99B55AF8-1D3B-4F34-924D-C291128A7E67}" type="pres">
      <dgm:prSet presAssocID="{D38DFF0C-0725-470E-9321-1C03E04CA60F}" presName="spaceRect" presStyleCnt="0"/>
      <dgm:spPr/>
    </dgm:pt>
    <dgm:pt modelId="{BA62E795-4204-4BA0-A915-A865DED60455}" type="pres">
      <dgm:prSet presAssocID="{D38DFF0C-0725-470E-9321-1C03E04CA60F}" presName="parTx" presStyleLbl="revTx" presStyleIdx="3" presStyleCnt="7">
        <dgm:presLayoutVars>
          <dgm:chMax val="0"/>
          <dgm:chPref val="0"/>
        </dgm:presLayoutVars>
      </dgm:prSet>
      <dgm:spPr/>
    </dgm:pt>
    <dgm:pt modelId="{6D40D97D-857F-463E-A92F-F7BFFBEB2986}" type="pres">
      <dgm:prSet presAssocID="{D38DFF0C-0725-470E-9321-1C03E04CA60F}" presName="desTx" presStyleLbl="revTx" presStyleIdx="4" presStyleCnt="7">
        <dgm:presLayoutVars/>
      </dgm:prSet>
      <dgm:spPr/>
    </dgm:pt>
    <dgm:pt modelId="{927DADC6-3893-4611-8506-4FAD55A299D4}" type="pres">
      <dgm:prSet presAssocID="{0F14A91C-B24E-48D7-994D-A6078E5BC4C5}" presName="sibTrans" presStyleCnt="0"/>
      <dgm:spPr/>
    </dgm:pt>
    <dgm:pt modelId="{3A7E01C2-9701-468F-B0A2-B0F991628FF2}" type="pres">
      <dgm:prSet presAssocID="{ADA72929-E8B2-4965-B01F-7FD2ECC2F5FF}" presName="compNode" presStyleCnt="0"/>
      <dgm:spPr/>
    </dgm:pt>
    <dgm:pt modelId="{F7750A0C-DAFD-4937-B7F3-91767EA3DE37}" type="pres">
      <dgm:prSet presAssocID="{ADA72929-E8B2-4965-B01F-7FD2ECC2F5FF}" presName="bgRect" presStyleLbl="bgShp" presStyleIdx="3" presStyleCnt="4" custLinFactNeighborX="-2157" custLinFactNeighborY="-986"/>
      <dgm:spPr>
        <a:xfrm>
          <a:off x="0" y="4338718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gm:spPr>
    </dgm:pt>
    <dgm:pt modelId="{BDE6FB8A-7DE8-4EC7-8181-2AAF1CC60C20}" type="pres">
      <dgm:prSet presAssocID="{ADA72929-E8B2-4965-B01F-7FD2ECC2F5FF}" presName="iconRect" presStyleLbl="node1" presStyleIdx="3" presStyleCnt="4"/>
      <dgm:spPr>
        <a:xfrm>
          <a:off x="350509" y="4610852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C0401CB5-E732-42F8-BBA6-BA20947D97A9}" type="pres">
      <dgm:prSet presAssocID="{ADA72929-E8B2-4965-B01F-7FD2ECC2F5FF}" presName="spaceRect" presStyleCnt="0"/>
      <dgm:spPr/>
    </dgm:pt>
    <dgm:pt modelId="{29BA9981-EA8F-452B-AA0F-CA7B7E111886}" type="pres">
      <dgm:prSet presAssocID="{ADA72929-E8B2-4965-B01F-7FD2ECC2F5FF}" presName="parTx" presStyleLbl="revTx" presStyleIdx="5" presStyleCnt="7">
        <dgm:presLayoutVars>
          <dgm:chMax val="0"/>
          <dgm:chPref val="0"/>
        </dgm:presLayoutVars>
      </dgm:prSet>
      <dgm:spPr/>
    </dgm:pt>
    <dgm:pt modelId="{F7135F46-B455-4DDF-BB5F-5708217859ED}" type="pres">
      <dgm:prSet presAssocID="{ADA72929-E8B2-4965-B01F-7FD2ECC2F5FF}" presName="desTx" presStyleLbl="revTx" presStyleIdx="6" presStyleCnt="7">
        <dgm:presLayoutVars/>
      </dgm:prSet>
      <dgm:spPr/>
    </dgm:pt>
  </dgm:ptLst>
  <dgm:cxnLst>
    <dgm:cxn modelId="{37D56F0A-86E8-40B5-A7A3-6B46DEB99ABF}" srcId="{7633E592-AE2C-4DA9-8633-850BF74D4F93}" destId="{DB8D83DF-AF90-4AD4-8D81-5167B7204357}" srcOrd="1" destOrd="0" parTransId="{1BA4E061-2975-431D-BED4-5265F5A6AECE}" sibTransId="{8F9BE12C-BCD8-4DB1-A33B-37F5388B45D6}"/>
    <dgm:cxn modelId="{30C3D01A-3755-449D-B196-BD03B8C01DA0}" srcId="{DB8D83DF-AF90-4AD4-8D81-5167B7204357}" destId="{A75D3E3F-B8F2-4DF0-8B59-121E75607C3D}" srcOrd="0" destOrd="0" parTransId="{8526FAEB-ADB6-454A-9456-261D97856CC5}" sibTransId="{70BFD074-B6F8-44B2-8532-2557AEBEF587}"/>
    <dgm:cxn modelId="{8B985330-6B2B-4EB3-933A-273FA7337214}" srcId="{7633E592-AE2C-4DA9-8633-850BF74D4F93}" destId="{ADA72929-E8B2-4965-B01F-7FD2ECC2F5FF}" srcOrd="3" destOrd="0" parTransId="{0A8680F5-F4B1-46CE-A5C9-214EE3567C74}" sibTransId="{A997E6FE-9028-44DB-883B-3DE3A8467D5C}"/>
    <dgm:cxn modelId="{5363FC30-A910-49F6-A755-4FF0CF98E465}" srcId="{7633E592-AE2C-4DA9-8633-850BF74D4F93}" destId="{D38DFF0C-0725-470E-9321-1C03E04CA60F}" srcOrd="2" destOrd="0" parTransId="{5488D5E7-807D-4E1E-9B51-2CBF33BE24B9}" sibTransId="{0F14A91C-B24E-48D7-994D-A6078E5BC4C5}"/>
    <dgm:cxn modelId="{4C0AD034-33F3-4F1B-99C1-A766EF7E8292}" type="presOf" srcId="{A49DE610-504E-4441-BC55-1CF1DB1AACE9}" destId="{174D8124-C46A-4954-9B67-98AA48DC06CC}" srcOrd="0" destOrd="0" presId="urn:microsoft.com/office/officeart/2018/2/layout/IconVerticalSolidList"/>
    <dgm:cxn modelId="{14527636-0149-4F29-A013-F753409F18F9}" type="presOf" srcId="{DB8D83DF-AF90-4AD4-8D81-5167B7204357}" destId="{89076040-8BED-422B-9584-88D29014D04F}" srcOrd="0" destOrd="0" presId="urn:microsoft.com/office/officeart/2018/2/layout/IconVerticalSolidList"/>
    <dgm:cxn modelId="{B6E2E95D-2F64-45C0-96FA-D0526B2B0945}" type="presOf" srcId="{A75D3E3F-B8F2-4DF0-8B59-121E75607C3D}" destId="{C29DA0FE-91AD-4745-B6F3-FCFDEAF6B54B}" srcOrd="0" destOrd="0" presId="urn:microsoft.com/office/officeart/2018/2/layout/IconVerticalSolidList"/>
    <dgm:cxn modelId="{2F6DCC53-6007-408D-939C-E0A98C87F84C}" srcId="{D38DFF0C-0725-470E-9321-1C03E04CA60F}" destId="{C6886234-D227-497F-A356-159B2D86E375}" srcOrd="0" destOrd="0" parTransId="{9C050ABD-92B6-40A1-935D-28E23C76BB60}" sibTransId="{3D64E279-AEE5-4D34-B3CF-DF9C9C40511F}"/>
    <dgm:cxn modelId="{97F1835A-BE2D-4DFB-9A4D-7C5D25209002}" type="presOf" srcId="{A068BD27-BB1A-4F94-A0B0-29EB101A0E9F}" destId="{F7135F46-B455-4DDF-BB5F-5708217859ED}" srcOrd="0" destOrd="1" presId="urn:microsoft.com/office/officeart/2018/2/layout/IconVerticalSolidList"/>
    <dgm:cxn modelId="{6E5ABC89-A792-448E-833E-52A3A8812170}" srcId="{ADA72929-E8B2-4965-B01F-7FD2ECC2F5FF}" destId="{4D48F26B-C685-4DFC-879E-0C4826E0FD4F}" srcOrd="0" destOrd="0" parTransId="{3DB2373D-5636-4F9B-AA3E-D0A03AB4478E}" sibTransId="{009092FA-076A-4F85-A543-023EEE592B8A}"/>
    <dgm:cxn modelId="{05478C8E-2151-4DBF-AE64-862FE0336C4C}" type="presOf" srcId="{C6886234-D227-497F-A356-159B2D86E375}" destId="{6D40D97D-857F-463E-A92F-F7BFFBEB2986}" srcOrd="0" destOrd="0" presId="urn:microsoft.com/office/officeart/2018/2/layout/IconVerticalSolidList"/>
    <dgm:cxn modelId="{CA9EE595-20F1-4664-93B7-FFE63D4B4DAB}" type="presOf" srcId="{4D48F26B-C685-4DFC-879E-0C4826E0FD4F}" destId="{F7135F46-B455-4DDF-BB5F-5708217859ED}" srcOrd="0" destOrd="0" presId="urn:microsoft.com/office/officeart/2018/2/layout/IconVerticalSolidList"/>
    <dgm:cxn modelId="{AFF3BBB8-1F45-41A9-8E78-8BAF1FA6F168}" type="presOf" srcId="{D38DFF0C-0725-470E-9321-1C03E04CA60F}" destId="{BA62E795-4204-4BA0-A915-A865DED60455}" srcOrd="0" destOrd="0" presId="urn:microsoft.com/office/officeart/2018/2/layout/IconVerticalSolidList"/>
    <dgm:cxn modelId="{92C6FBC3-DE0C-4226-B74F-31F0931E7C0D}" type="presOf" srcId="{ADA72929-E8B2-4965-B01F-7FD2ECC2F5FF}" destId="{29BA9981-EA8F-452B-AA0F-CA7B7E111886}" srcOrd="0" destOrd="0" presId="urn:microsoft.com/office/officeart/2018/2/layout/IconVerticalSolidList"/>
    <dgm:cxn modelId="{CD5C8EEF-C2EB-4438-9C23-9A9A16BC400D}" srcId="{ADA72929-E8B2-4965-B01F-7FD2ECC2F5FF}" destId="{A068BD27-BB1A-4F94-A0B0-29EB101A0E9F}" srcOrd="1" destOrd="0" parTransId="{8F3C0D2C-62BB-4B4F-83B9-AB9C159F40E6}" sibTransId="{CDB85CF8-D94B-4D8D-8D57-9844A3E3A07D}"/>
    <dgm:cxn modelId="{88508DF4-3CD1-43B0-B5B5-F36061F189B5}" srcId="{7633E592-AE2C-4DA9-8633-850BF74D4F93}" destId="{A49DE610-504E-4441-BC55-1CF1DB1AACE9}" srcOrd="0" destOrd="0" parTransId="{C493AE24-48C1-4352-A9B2-E1E982FE7355}" sibTransId="{A720FE24-5E88-40F0-99E8-91FB49D39495}"/>
    <dgm:cxn modelId="{B9F459FE-BFB7-41B9-B29B-2804B4B063FA}" type="presOf" srcId="{7633E592-AE2C-4DA9-8633-850BF74D4F93}" destId="{6801D9B4-DBB8-403B-8ED6-BA8D88F9D0CA}" srcOrd="0" destOrd="0" presId="urn:microsoft.com/office/officeart/2018/2/layout/IconVerticalSolidList"/>
    <dgm:cxn modelId="{DCC69672-DE45-41F6-9B05-54FCC4217EBD}" type="presParOf" srcId="{6801D9B4-DBB8-403B-8ED6-BA8D88F9D0CA}" destId="{EA1A66F0-5BCE-482B-B6C4-05FDB02D148C}" srcOrd="0" destOrd="0" presId="urn:microsoft.com/office/officeart/2018/2/layout/IconVerticalSolidList"/>
    <dgm:cxn modelId="{AB5E68C8-1FEF-430A-A834-A924B17AEA7F}" type="presParOf" srcId="{EA1A66F0-5BCE-482B-B6C4-05FDB02D148C}" destId="{6763D8F4-76DD-4366-8E90-8F2CEBAD9D75}" srcOrd="0" destOrd="0" presId="urn:microsoft.com/office/officeart/2018/2/layout/IconVerticalSolidList"/>
    <dgm:cxn modelId="{1E8DCE68-6B4B-4BD5-9E7F-97D27CD56A85}" type="presParOf" srcId="{EA1A66F0-5BCE-482B-B6C4-05FDB02D148C}" destId="{2C9C4F90-1712-4C22-B198-6DE69B23D992}" srcOrd="1" destOrd="0" presId="urn:microsoft.com/office/officeart/2018/2/layout/IconVerticalSolidList"/>
    <dgm:cxn modelId="{A08DCC4D-3B6D-4D47-BC11-53C111F20E4C}" type="presParOf" srcId="{EA1A66F0-5BCE-482B-B6C4-05FDB02D148C}" destId="{85E95333-4345-4195-AE48-7A2E5D9245B9}" srcOrd="2" destOrd="0" presId="urn:microsoft.com/office/officeart/2018/2/layout/IconVerticalSolidList"/>
    <dgm:cxn modelId="{10F73DE8-01FB-4435-86B0-3CAA441F2868}" type="presParOf" srcId="{EA1A66F0-5BCE-482B-B6C4-05FDB02D148C}" destId="{174D8124-C46A-4954-9B67-98AA48DC06CC}" srcOrd="3" destOrd="0" presId="urn:microsoft.com/office/officeart/2018/2/layout/IconVerticalSolidList"/>
    <dgm:cxn modelId="{5464D252-1F1C-452D-BC74-68EE71BFDC84}" type="presParOf" srcId="{6801D9B4-DBB8-403B-8ED6-BA8D88F9D0CA}" destId="{6A172076-8BF5-4441-84F2-B23A67F14BDB}" srcOrd="1" destOrd="0" presId="urn:microsoft.com/office/officeart/2018/2/layout/IconVerticalSolidList"/>
    <dgm:cxn modelId="{978E9514-8613-4DBE-8A77-A74658223116}" type="presParOf" srcId="{6801D9B4-DBB8-403B-8ED6-BA8D88F9D0CA}" destId="{B99C7F40-0A2A-42AA-9438-8B577B47F3A6}" srcOrd="2" destOrd="0" presId="urn:microsoft.com/office/officeart/2018/2/layout/IconVerticalSolidList"/>
    <dgm:cxn modelId="{D998254D-2327-4968-83EB-5EA2260B2C1A}" type="presParOf" srcId="{B99C7F40-0A2A-42AA-9438-8B577B47F3A6}" destId="{0C06388F-2B7B-426B-9FA2-9DE7787D5259}" srcOrd="0" destOrd="0" presId="urn:microsoft.com/office/officeart/2018/2/layout/IconVerticalSolidList"/>
    <dgm:cxn modelId="{C82269C2-9DFA-4BFD-9584-505A45BA805C}" type="presParOf" srcId="{B99C7F40-0A2A-42AA-9438-8B577B47F3A6}" destId="{E71D4F22-BD50-433C-9312-4647B45F791C}" srcOrd="1" destOrd="0" presId="urn:microsoft.com/office/officeart/2018/2/layout/IconVerticalSolidList"/>
    <dgm:cxn modelId="{692FA1EE-743D-4B73-94FB-D4BB30B144C9}" type="presParOf" srcId="{B99C7F40-0A2A-42AA-9438-8B577B47F3A6}" destId="{E82CB404-90A8-4951-8E61-FDE062EFFC49}" srcOrd="2" destOrd="0" presId="urn:microsoft.com/office/officeart/2018/2/layout/IconVerticalSolidList"/>
    <dgm:cxn modelId="{D68296B8-D5CD-457B-9119-37D87BD5C19F}" type="presParOf" srcId="{B99C7F40-0A2A-42AA-9438-8B577B47F3A6}" destId="{89076040-8BED-422B-9584-88D29014D04F}" srcOrd="3" destOrd="0" presId="urn:microsoft.com/office/officeart/2018/2/layout/IconVerticalSolidList"/>
    <dgm:cxn modelId="{154DAFBF-4EBE-45E1-827B-CC5A95E9C321}" type="presParOf" srcId="{B99C7F40-0A2A-42AA-9438-8B577B47F3A6}" destId="{C29DA0FE-91AD-4745-B6F3-FCFDEAF6B54B}" srcOrd="4" destOrd="0" presId="urn:microsoft.com/office/officeart/2018/2/layout/IconVerticalSolidList"/>
    <dgm:cxn modelId="{FA835ABE-2CFC-46E5-B38B-7BABC30D3EF8}" type="presParOf" srcId="{6801D9B4-DBB8-403B-8ED6-BA8D88F9D0CA}" destId="{DB985093-65FE-49EF-83F5-92121EA4677F}" srcOrd="3" destOrd="0" presId="urn:microsoft.com/office/officeart/2018/2/layout/IconVerticalSolidList"/>
    <dgm:cxn modelId="{67DF2C46-0BBE-4725-BE42-661967F7535E}" type="presParOf" srcId="{6801D9B4-DBB8-403B-8ED6-BA8D88F9D0CA}" destId="{A6AE44B9-EA8C-43A1-A452-B74FB648CC8C}" srcOrd="4" destOrd="0" presId="urn:microsoft.com/office/officeart/2018/2/layout/IconVerticalSolidList"/>
    <dgm:cxn modelId="{D904EB02-A518-407E-BFDA-B74C4B07DA1B}" type="presParOf" srcId="{A6AE44B9-EA8C-43A1-A452-B74FB648CC8C}" destId="{855558B3-E0E0-430D-B803-4D588CD13FAF}" srcOrd="0" destOrd="0" presId="urn:microsoft.com/office/officeart/2018/2/layout/IconVerticalSolidList"/>
    <dgm:cxn modelId="{F97EF6F8-7EF5-4E30-8EB8-276C62DBBE75}" type="presParOf" srcId="{A6AE44B9-EA8C-43A1-A452-B74FB648CC8C}" destId="{EB7B0180-9028-4D58-AFE0-B699D47B8FD5}" srcOrd="1" destOrd="0" presId="urn:microsoft.com/office/officeart/2018/2/layout/IconVerticalSolidList"/>
    <dgm:cxn modelId="{23327802-1671-4C64-A462-1D603A8BACD2}" type="presParOf" srcId="{A6AE44B9-EA8C-43A1-A452-B74FB648CC8C}" destId="{99B55AF8-1D3B-4F34-924D-C291128A7E67}" srcOrd="2" destOrd="0" presId="urn:microsoft.com/office/officeart/2018/2/layout/IconVerticalSolidList"/>
    <dgm:cxn modelId="{C76A891C-AACD-40A6-80C0-77E40E001A1D}" type="presParOf" srcId="{A6AE44B9-EA8C-43A1-A452-B74FB648CC8C}" destId="{BA62E795-4204-4BA0-A915-A865DED60455}" srcOrd="3" destOrd="0" presId="urn:microsoft.com/office/officeart/2018/2/layout/IconVerticalSolidList"/>
    <dgm:cxn modelId="{2D3EB327-0A33-4206-8034-ED2435510AEC}" type="presParOf" srcId="{A6AE44B9-EA8C-43A1-A452-B74FB648CC8C}" destId="{6D40D97D-857F-463E-A92F-F7BFFBEB2986}" srcOrd="4" destOrd="0" presId="urn:microsoft.com/office/officeart/2018/2/layout/IconVerticalSolidList"/>
    <dgm:cxn modelId="{A5103566-0853-4E54-951B-1B5DF17BE86C}" type="presParOf" srcId="{6801D9B4-DBB8-403B-8ED6-BA8D88F9D0CA}" destId="{927DADC6-3893-4611-8506-4FAD55A299D4}" srcOrd="5" destOrd="0" presId="urn:microsoft.com/office/officeart/2018/2/layout/IconVerticalSolidList"/>
    <dgm:cxn modelId="{18662FA5-05BB-45F2-BDC3-6346284E905A}" type="presParOf" srcId="{6801D9B4-DBB8-403B-8ED6-BA8D88F9D0CA}" destId="{3A7E01C2-9701-468F-B0A2-B0F991628FF2}" srcOrd="6" destOrd="0" presId="urn:microsoft.com/office/officeart/2018/2/layout/IconVerticalSolidList"/>
    <dgm:cxn modelId="{6BEBBA8B-64BD-4E82-B690-F6E627461B72}" type="presParOf" srcId="{3A7E01C2-9701-468F-B0A2-B0F991628FF2}" destId="{F7750A0C-DAFD-4937-B7F3-91767EA3DE37}" srcOrd="0" destOrd="0" presId="urn:microsoft.com/office/officeart/2018/2/layout/IconVerticalSolidList"/>
    <dgm:cxn modelId="{58A1340C-3EDF-4EDA-A805-26FEEA3EB6AA}" type="presParOf" srcId="{3A7E01C2-9701-468F-B0A2-B0F991628FF2}" destId="{BDE6FB8A-7DE8-4EC7-8181-2AAF1CC60C20}" srcOrd="1" destOrd="0" presId="urn:microsoft.com/office/officeart/2018/2/layout/IconVerticalSolidList"/>
    <dgm:cxn modelId="{64FC7267-2722-42BD-BDD3-217362E703CE}" type="presParOf" srcId="{3A7E01C2-9701-468F-B0A2-B0F991628FF2}" destId="{C0401CB5-E732-42F8-BBA6-BA20947D97A9}" srcOrd="2" destOrd="0" presId="urn:microsoft.com/office/officeart/2018/2/layout/IconVerticalSolidList"/>
    <dgm:cxn modelId="{5C4543A7-87A0-47F9-B0BE-AB9A40905D26}" type="presParOf" srcId="{3A7E01C2-9701-468F-B0A2-B0F991628FF2}" destId="{29BA9981-EA8F-452B-AA0F-CA7B7E111886}" srcOrd="3" destOrd="0" presId="urn:microsoft.com/office/officeart/2018/2/layout/IconVerticalSolidList"/>
    <dgm:cxn modelId="{378D91A9-394D-406E-8642-24123E372E5D}" type="presParOf" srcId="{3A7E01C2-9701-468F-B0A2-B0F991628FF2}" destId="{F7135F46-B455-4DDF-BB5F-5708217859E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73EA5-EAAA-494E-BB5D-3B703E8208B7}">
      <dsp:nvSpPr>
        <dsp:cNvPr id="0" name=""/>
        <dsp:cNvSpPr/>
      </dsp:nvSpPr>
      <dsp:spPr>
        <a:xfrm>
          <a:off x="0" y="33291"/>
          <a:ext cx="6364224" cy="599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 dirty="0">
              <a:latin typeface="TradeGothic" panose="00000400000000000000"/>
            </a:rPr>
            <a:t>Definition</a:t>
          </a:r>
          <a:endParaRPr lang="en-US" sz="2500" kern="1200" dirty="0">
            <a:latin typeface="TradeGothic" panose="00000400000000000000"/>
          </a:endParaRPr>
        </a:p>
      </dsp:txBody>
      <dsp:txXfrm>
        <a:off x="29271" y="62562"/>
        <a:ext cx="6305682" cy="541083"/>
      </dsp:txXfrm>
    </dsp:sp>
    <dsp:sp modelId="{C72F7C2C-B657-4D93-9540-9EF87467BD9C}">
      <dsp:nvSpPr>
        <dsp:cNvPr id="0" name=""/>
        <dsp:cNvSpPr/>
      </dsp:nvSpPr>
      <dsp:spPr>
        <a:xfrm>
          <a:off x="0" y="632916"/>
          <a:ext cx="6364224" cy="90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Machine Learning (ML) is a subset of AI where systems learn patterns from data instead of being explicitly programmed</a:t>
          </a:r>
        </a:p>
      </dsp:txBody>
      <dsp:txXfrm>
        <a:off x="0" y="632916"/>
        <a:ext cx="6364224" cy="905625"/>
      </dsp:txXfrm>
    </dsp:sp>
    <dsp:sp modelId="{276E0BA9-F619-438F-AC85-1710B5F960A8}">
      <dsp:nvSpPr>
        <dsp:cNvPr id="0" name=""/>
        <dsp:cNvSpPr/>
      </dsp:nvSpPr>
      <dsp:spPr>
        <a:xfrm>
          <a:off x="0" y="1538541"/>
          <a:ext cx="6364224" cy="599625"/>
        </a:xfrm>
        <a:prstGeom prst="roundRect">
          <a:avLst/>
        </a:prstGeom>
        <a:solidFill>
          <a:schemeClr val="accent5">
            <a:hueOff val="1800000"/>
            <a:satOff val="25410"/>
            <a:lumOff val="-19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 dirty="0">
              <a:latin typeface="TradeGothic" panose="00000400000000000000"/>
            </a:rPr>
            <a:t>Core Idea</a:t>
          </a:r>
          <a:endParaRPr lang="en-US" sz="2500" kern="1200" dirty="0">
            <a:latin typeface="TradeGothic" panose="00000400000000000000"/>
          </a:endParaRPr>
        </a:p>
      </dsp:txBody>
      <dsp:txXfrm>
        <a:off x="29271" y="1567812"/>
        <a:ext cx="6305682" cy="541083"/>
      </dsp:txXfrm>
    </dsp:sp>
    <dsp:sp modelId="{F7AE43CD-D466-46FD-9F83-CE0522B7D72C}">
      <dsp:nvSpPr>
        <dsp:cNvPr id="0" name=""/>
        <dsp:cNvSpPr/>
      </dsp:nvSpPr>
      <dsp:spPr>
        <a:xfrm>
          <a:off x="0" y="2138166"/>
          <a:ext cx="6364224" cy="1371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000" kern="1200" dirty="0">
              <a:latin typeface="TradeGothic" panose="00000400000000000000"/>
            </a:rPr>
            <a:t>The system improves performance through: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Data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Experience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Feedback</a:t>
          </a:r>
        </a:p>
      </dsp:txBody>
      <dsp:txXfrm>
        <a:off x="0" y="2138166"/>
        <a:ext cx="6364224" cy="1371375"/>
      </dsp:txXfrm>
    </dsp:sp>
    <dsp:sp modelId="{717CFC60-A58F-4515-9C23-3B58A3871632}">
      <dsp:nvSpPr>
        <dsp:cNvPr id="0" name=""/>
        <dsp:cNvSpPr/>
      </dsp:nvSpPr>
      <dsp:spPr>
        <a:xfrm>
          <a:off x="0" y="3509541"/>
          <a:ext cx="6364224" cy="599625"/>
        </a:xfrm>
        <a:prstGeom prst="roundRect">
          <a:avLst/>
        </a:prstGeom>
        <a:solidFill>
          <a:schemeClr val="accent5">
            <a:hueOff val="3600000"/>
            <a:satOff val="50820"/>
            <a:lumOff val="-3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 dirty="0">
              <a:latin typeface="TradeGothic" panose="00000400000000000000"/>
            </a:rPr>
            <a:t>Common Applications</a:t>
          </a:r>
          <a:endParaRPr lang="en-US" sz="2500" kern="1200" dirty="0">
            <a:latin typeface="TradeGothic" panose="00000400000000000000"/>
          </a:endParaRPr>
        </a:p>
      </dsp:txBody>
      <dsp:txXfrm>
        <a:off x="29271" y="3538812"/>
        <a:ext cx="6305682" cy="541083"/>
      </dsp:txXfrm>
    </dsp:sp>
    <dsp:sp modelId="{D8BA42F1-76CF-41B9-96A9-4715ED9EAE89}">
      <dsp:nvSpPr>
        <dsp:cNvPr id="0" name=""/>
        <dsp:cNvSpPr/>
      </dsp:nvSpPr>
      <dsp:spPr>
        <a:xfrm>
          <a:off x="0" y="4109166"/>
          <a:ext cx="6364224" cy="1371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Spam filtering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Image recognition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Demand forecasting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TradeGothic" panose="00000400000000000000"/>
            </a:rPr>
            <a:t>Customer segmentation</a:t>
          </a:r>
        </a:p>
      </dsp:txBody>
      <dsp:txXfrm>
        <a:off x="0" y="4109166"/>
        <a:ext cx="6364224" cy="1371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61711-B75F-407C-A5C4-8ADC27E2BAC4}">
      <dsp:nvSpPr>
        <dsp:cNvPr id="0" name=""/>
        <dsp:cNvSpPr/>
      </dsp:nvSpPr>
      <dsp:spPr>
        <a:xfrm>
          <a:off x="0" y="18575"/>
          <a:ext cx="6364224" cy="823680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Definition</a:t>
          </a:r>
          <a:endParaRPr lang="en-US" sz="2400" kern="1200" dirty="0">
            <a:solidFill>
              <a:sysClr val="window" lastClr="FFFFFF"/>
            </a:solidFill>
            <a:latin typeface="TradeGothic"/>
            <a:ea typeface="+mn-ea"/>
            <a:cs typeface="+mn-cs"/>
          </a:endParaRPr>
        </a:p>
      </dsp:txBody>
      <dsp:txXfrm>
        <a:off x="40209" y="58784"/>
        <a:ext cx="6283806" cy="743262"/>
      </dsp:txXfrm>
    </dsp:sp>
    <dsp:sp modelId="{752FC3E8-BBD8-4646-9814-3DEB5359A4DF}">
      <dsp:nvSpPr>
        <dsp:cNvPr id="0" name=""/>
        <dsp:cNvSpPr/>
      </dsp:nvSpPr>
      <dsp:spPr>
        <a:xfrm>
          <a:off x="0" y="842255"/>
          <a:ext cx="6364224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Reinforcement Learning (RL) is a type of machine learning where an agent learns by interacting with an environment and receiving rewards or penalties</a:t>
          </a:r>
        </a:p>
      </dsp:txBody>
      <dsp:txXfrm>
        <a:off x="0" y="842255"/>
        <a:ext cx="6364224" cy="910800"/>
      </dsp:txXfrm>
    </dsp:sp>
    <dsp:sp modelId="{20A1196E-B093-4441-A780-58162297D45A}">
      <dsp:nvSpPr>
        <dsp:cNvPr id="0" name=""/>
        <dsp:cNvSpPr/>
      </dsp:nvSpPr>
      <dsp:spPr>
        <a:xfrm>
          <a:off x="0" y="1753056"/>
          <a:ext cx="6364224" cy="823680"/>
        </a:xfrm>
        <a:prstGeom prst="roundRect">
          <a:avLst/>
        </a:prstGeom>
        <a:solidFill>
          <a:srgbClr val="ED7D31">
            <a:hueOff val="-727682"/>
            <a:satOff val="-41964"/>
            <a:lumOff val="431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Learning Process</a:t>
          </a:r>
        </a:p>
      </dsp:txBody>
      <dsp:txXfrm>
        <a:off x="40209" y="1793265"/>
        <a:ext cx="6283806" cy="743262"/>
      </dsp:txXfrm>
    </dsp:sp>
    <dsp:sp modelId="{D7BB72A2-3020-4C68-A030-E1E089137F6C}">
      <dsp:nvSpPr>
        <dsp:cNvPr id="0" name=""/>
        <dsp:cNvSpPr/>
      </dsp:nvSpPr>
      <dsp:spPr>
        <a:xfrm>
          <a:off x="0" y="2576735"/>
          <a:ext cx="6364224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Observe environment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Take action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Receive feedback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Improve future decisions</a:t>
          </a:r>
        </a:p>
      </dsp:txBody>
      <dsp:txXfrm>
        <a:off x="0" y="2576735"/>
        <a:ext cx="6364224" cy="1366200"/>
      </dsp:txXfrm>
    </dsp:sp>
    <dsp:sp modelId="{471BCB31-1C0A-43F8-8D36-3033404360D4}">
      <dsp:nvSpPr>
        <dsp:cNvPr id="0" name=""/>
        <dsp:cNvSpPr/>
      </dsp:nvSpPr>
      <dsp:spPr>
        <a:xfrm>
          <a:off x="0" y="3942936"/>
          <a:ext cx="6364224" cy="823680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solidFill>
                <a:sysClr val="window" lastClr="FFFFFF"/>
              </a:solidFill>
              <a:latin typeface="TradeGothic"/>
              <a:ea typeface="+mn-ea"/>
              <a:cs typeface="+mn-cs"/>
            </a:rPr>
            <a:t>Core Objective</a:t>
          </a:r>
        </a:p>
      </dsp:txBody>
      <dsp:txXfrm>
        <a:off x="40209" y="3983145"/>
        <a:ext cx="6283806" cy="743262"/>
      </dsp:txXfrm>
    </dsp:sp>
    <dsp:sp modelId="{F3E42F73-F3FC-490E-A3B3-294899CB56D8}">
      <dsp:nvSpPr>
        <dsp:cNvPr id="0" name=""/>
        <dsp:cNvSpPr/>
      </dsp:nvSpPr>
      <dsp:spPr>
        <a:xfrm>
          <a:off x="0" y="4766616"/>
          <a:ext cx="6364224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SG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/>
              <a:ea typeface="+mn-ea"/>
              <a:cs typeface="+mn-cs"/>
            </a:rPr>
            <a:t>Maximize long-term cumulative reward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/>
            <a:ea typeface="+mn-ea"/>
            <a:cs typeface="+mn-cs"/>
          </a:endParaRPr>
        </a:p>
      </dsp:txBody>
      <dsp:txXfrm>
        <a:off x="0" y="4766616"/>
        <a:ext cx="6364224" cy="728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1CE34-B121-4DF8-934A-3F79937E2E2B}">
      <dsp:nvSpPr>
        <dsp:cNvPr id="0" name=""/>
        <dsp:cNvSpPr/>
      </dsp:nvSpPr>
      <dsp:spPr>
        <a:xfrm>
          <a:off x="448118" y="28855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9CE47-4618-4144-A361-BE85D157749C}">
      <dsp:nvSpPr>
        <dsp:cNvPr id="0" name=""/>
        <dsp:cNvSpPr/>
      </dsp:nvSpPr>
      <dsp:spPr>
        <a:xfrm>
          <a:off x="448118" y="197076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latin typeface="TradeGothic" panose="00000400000000000000"/>
            </a:rPr>
            <a:t>Exploration</a:t>
          </a:r>
          <a:endParaRPr lang="en-US" sz="3600" kern="1200" dirty="0">
            <a:latin typeface="TradeGothic" panose="00000400000000000000"/>
          </a:endParaRPr>
        </a:p>
      </dsp:txBody>
      <dsp:txXfrm>
        <a:off x="448118" y="1970764"/>
        <a:ext cx="4320000" cy="648000"/>
      </dsp:txXfrm>
    </dsp:sp>
    <dsp:sp modelId="{CA8E516A-1921-456D-ABAE-5580C03BEF5B}">
      <dsp:nvSpPr>
        <dsp:cNvPr id="0" name=""/>
        <dsp:cNvSpPr/>
      </dsp:nvSpPr>
      <dsp:spPr>
        <a:xfrm>
          <a:off x="448118" y="2697930"/>
          <a:ext cx="4320000" cy="1548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kern="1200" dirty="0">
              <a:latin typeface="TradeGothic" panose="00000400000000000000"/>
            </a:rPr>
            <a:t>Trying new actions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kern="1200" dirty="0">
              <a:latin typeface="TradeGothic" panose="00000400000000000000"/>
            </a:rPr>
            <a:t>Gathering information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US" sz="2000" kern="1200" dirty="0">
              <a:latin typeface="TradeGothic" panose="00000400000000000000"/>
            </a:rPr>
            <a:t>Discovering better strategies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>
            <a:latin typeface="TradeGothic" panose="00000400000000000000"/>
          </a:endParaRPr>
        </a:p>
      </dsp:txBody>
      <dsp:txXfrm>
        <a:off x="448118" y="2697930"/>
        <a:ext cx="4320000" cy="1548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1CE34-B121-4DF8-934A-3F79937E2E2B}">
      <dsp:nvSpPr>
        <dsp:cNvPr id="0" name=""/>
        <dsp:cNvSpPr/>
      </dsp:nvSpPr>
      <dsp:spPr>
        <a:xfrm>
          <a:off x="465121" y="7330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9CE47-4618-4144-A361-BE85D157749C}">
      <dsp:nvSpPr>
        <dsp:cNvPr id="0" name=""/>
        <dsp:cNvSpPr/>
      </dsp:nvSpPr>
      <dsp:spPr>
        <a:xfrm>
          <a:off x="465121" y="17740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 dirty="0">
              <a:latin typeface="TradeGothic" panose="00000400000000000000"/>
            </a:rPr>
            <a:t>Exploitation</a:t>
          </a:r>
          <a:endParaRPr lang="en-US" sz="3600" kern="1200" dirty="0">
            <a:latin typeface="TradeGothic" panose="00000400000000000000"/>
          </a:endParaRPr>
        </a:p>
      </dsp:txBody>
      <dsp:txXfrm>
        <a:off x="465121" y="1774021"/>
        <a:ext cx="4320000" cy="648000"/>
      </dsp:txXfrm>
    </dsp:sp>
    <dsp:sp modelId="{CA8E516A-1921-456D-ABAE-5580C03BEF5B}">
      <dsp:nvSpPr>
        <dsp:cNvPr id="0" name=""/>
        <dsp:cNvSpPr/>
      </dsp:nvSpPr>
      <dsp:spPr>
        <a:xfrm>
          <a:off x="465121" y="2509797"/>
          <a:ext cx="4320000" cy="1952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kern="1200" dirty="0">
              <a:latin typeface="TradeGothic" panose="00000400000000000000"/>
            </a:rPr>
            <a:t>Using known successful actions</a:t>
          </a:r>
          <a:endParaRPr lang="en-US" sz="2000" kern="1200" dirty="0">
            <a:latin typeface="TradeGothic" panose="00000400000000000000"/>
          </a:endParaRP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kern="1200" dirty="0">
              <a:latin typeface="TradeGothic" panose="00000400000000000000"/>
            </a:rPr>
            <a:t>Maximizing immediate reward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radeGothic" panose="00000400000000000000"/>
              <a:sym typeface="Wingdings" panose="05000000000000000000" pitchFamily="2" charset="2"/>
            </a:rPr>
            <a:t> </a:t>
          </a:r>
          <a:r>
            <a:rPr lang="en-SG" sz="2000" kern="1200" dirty="0">
              <a:latin typeface="TradeGothic" panose="00000400000000000000"/>
            </a:rPr>
            <a:t>Applying learned behaviour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2000" kern="1200" dirty="0">
            <a:latin typeface="TradeGothic" panose="00000400000000000000"/>
          </a:endParaRP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>
            <a:latin typeface="TradeGothic" panose="00000400000000000000"/>
          </a:endParaRPr>
        </a:p>
      </dsp:txBody>
      <dsp:txXfrm>
        <a:off x="465121" y="2509797"/>
        <a:ext cx="4320000" cy="19523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BCB86-6154-4A3A-A334-27E07BAA26CA}">
      <dsp:nvSpPr>
        <dsp:cNvPr id="0" name=""/>
        <dsp:cNvSpPr/>
      </dsp:nvSpPr>
      <dsp:spPr>
        <a:xfrm>
          <a:off x="0" y="49384"/>
          <a:ext cx="6364224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radeGothic" panose="00000400000000000000"/>
            </a:rPr>
            <a:t>Traditional ML</a:t>
          </a:r>
          <a:endParaRPr lang="en-US" sz="2800" kern="1200" dirty="0">
            <a:latin typeface="TradeGothic" panose="00000400000000000000"/>
          </a:endParaRPr>
        </a:p>
      </dsp:txBody>
      <dsp:txXfrm>
        <a:off x="32784" y="82168"/>
        <a:ext cx="6298656" cy="606012"/>
      </dsp:txXfrm>
    </dsp:sp>
    <dsp:sp modelId="{F1A25FEA-771F-497D-9893-E85DA40D64DE}">
      <dsp:nvSpPr>
        <dsp:cNvPr id="0" name=""/>
        <dsp:cNvSpPr/>
      </dsp:nvSpPr>
      <dsp:spPr>
        <a:xfrm>
          <a:off x="0" y="740285"/>
          <a:ext cx="6364224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radeGothic" panose="00000400000000000000"/>
            </a:rPr>
            <a:t>Each prediction is independent</a:t>
          </a:r>
        </a:p>
      </dsp:txBody>
      <dsp:txXfrm>
        <a:off x="0" y="740285"/>
        <a:ext cx="6364224" cy="463680"/>
      </dsp:txXfrm>
    </dsp:sp>
    <dsp:sp modelId="{082E4A01-1BCA-4E6A-9180-78B92C1FE3AE}">
      <dsp:nvSpPr>
        <dsp:cNvPr id="0" name=""/>
        <dsp:cNvSpPr/>
      </dsp:nvSpPr>
      <dsp:spPr>
        <a:xfrm>
          <a:off x="0" y="1203965"/>
          <a:ext cx="6364224" cy="671580"/>
        </a:xfrm>
        <a:prstGeom prst="roundRect">
          <a:avLst/>
        </a:prstGeom>
        <a:solidFill>
          <a:schemeClr val="accent5">
            <a:hueOff val="1800000"/>
            <a:satOff val="25410"/>
            <a:lumOff val="-19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radeGothic" panose="00000400000000000000"/>
            </a:rPr>
            <a:t>Reinforcement Learning</a:t>
          </a:r>
          <a:endParaRPr lang="en-US" sz="2800" kern="1200">
            <a:latin typeface="TradeGothic" panose="00000400000000000000"/>
          </a:endParaRPr>
        </a:p>
      </dsp:txBody>
      <dsp:txXfrm>
        <a:off x="32784" y="1236749"/>
        <a:ext cx="6298656" cy="606012"/>
      </dsp:txXfrm>
    </dsp:sp>
    <dsp:sp modelId="{C7F6306D-7705-460D-9876-B6C64E791ED2}">
      <dsp:nvSpPr>
        <dsp:cNvPr id="0" name=""/>
        <dsp:cNvSpPr/>
      </dsp:nvSpPr>
      <dsp:spPr>
        <a:xfrm>
          <a:off x="0" y="1875545"/>
          <a:ext cx="6364224" cy="150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radeGothic" panose="00000400000000000000"/>
            </a:rPr>
            <a:t>Current decisions affect: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radeGothic" panose="00000400000000000000"/>
            </a:rPr>
            <a:t>Future opportunities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>
              <a:latin typeface="TradeGothic" panose="00000400000000000000"/>
            </a:rPr>
            <a:t>Future rewards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>
              <a:latin typeface="TradeGothic" panose="00000400000000000000"/>
            </a:rPr>
            <a:t>Future states</a:t>
          </a:r>
        </a:p>
      </dsp:txBody>
      <dsp:txXfrm>
        <a:off x="0" y="1875545"/>
        <a:ext cx="6364224" cy="1506960"/>
      </dsp:txXfrm>
    </dsp:sp>
    <dsp:sp modelId="{09CDB7F6-B22D-4DA8-8B34-3A42708AB970}">
      <dsp:nvSpPr>
        <dsp:cNvPr id="0" name=""/>
        <dsp:cNvSpPr/>
      </dsp:nvSpPr>
      <dsp:spPr>
        <a:xfrm>
          <a:off x="0" y="3382506"/>
          <a:ext cx="6364224" cy="671580"/>
        </a:xfrm>
        <a:prstGeom prst="roundRect">
          <a:avLst/>
        </a:prstGeom>
        <a:solidFill>
          <a:schemeClr val="accent5">
            <a:hueOff val="3600000"/>
            <a:satOff val="50820"/>
            <a:lumOff val="-3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radeGothic" panose="00000400000000000000"/>
            </a:rPr>
            <a:t>Example</a:t>
          </a:r>
          <a:endParaRPr lang="en-US" sz="2800" kern="1200">
            <a:latin typeface="TradeGothic" panose="00000400000000000000"/>
          </a:endParaRPr>
        </a:p>
      </dsp:txBody>
      <dsp:txXfrm>
        <a:off x="32784" y="3415290"/>
        <a:ext cx="6298656" cy="606012"/>
      </dsp:txXfrm>
    </dsp:sp>
    <dsp:sp modelId="{B308046D-35D0-4D14-8275-4E59C45E9AF7}">
      <dsp:nvSpPr>
        <dsp:cNvPr id="0" name=""/>
        <dsp:cNvSpPr/>
      </dsp:nvSpPr>
      <dsp:spPr>
        <a:xfrm>
          <a:off x="0" y="4054086"/>
          <a:ext cx="6364224" cy="13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>
              <a:latin typeface="TradeGothic" panose="00000400000000000000"/>
            </a:rPr>
            <a:t>Allocating all delivery drivers to one busy area now may leave other regions understaffed later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TradeGothic" panose="00000400000000000000"/>
            </a:rPr>
            <a:t>Spending all the budget on early marketing may limit the ability to scale the product later</a:t>
          </a:r>
        </a:p>
      </dsp:txBody>
      <dsp:txXfrm>
        <a:off x="0" y="4054086"/>
        <a:ext cx="6364224" cy="1391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C9CE6-089B-4924-98F8-248A81DF84BE}">
      <dsp:nvSpPr>
        <dsp:cNvPr id="0" name=""/>
        <dsp:cNvSpPr/>
      </dsp:nvSpPr>
      <dsp:spPr>
        <a:xfrm>
          <a:off x="0" y="747"/>
          <a:ext cx="6364224" cy="71954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Retail &amp; Pricing</a:t>
          </a:r>
          <a:endParaRPr lang="en-US" sz="3000" kern="1200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>
        <a:off x="35125" y="35872"/>
        <a:ext cx="6293974" cy="649299"/>
      </dsp:txXfrm>
    </dsp:sp>
    <dsp:sp modelId="{49A3FB65-5A13-4FAD-AA70-AA3EFF2DEB7E}">
      <dsp:nvSpPr>
        <dsp:cNvPr id="0" name=""/>
        <dsp:cNvSpPr/>
      </dsp:nvSpPr>
      <dsp:spPr>
        <a:xfrm>
          <a:off x="0" y="720297"/>
          <a:ext cx="6364224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Dynamic pricing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Inventory optimization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0" y="720297"/>
        <a:ext cx="6364224" cy="683100"/>
      </dsp:txXfrm>
    </dsp:sp>
    <dsp:sp modelId="{308CEFC5-AFCB-4872-9DCD-EA81FE7224B7}">
      <dsp:nvSpPr>
        <dsp:cNvPr id="0" name=""/>
        <dsp:cNvSpPr/>
      </dsp:nvSpPr>
      <dsp:spPr>
        <a:xfrm>
          <a:off x="0" y="1403397"/>
          <a:ext cx="6364224" cy="719549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Finance</a:t>
          </a:r>
          <a:endParaRPr lang="en-US" sz="3000" kern="1200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>
        <a:off x="35125" y="1438522"/>
        <a:ext cx="6293974" cy="649299"/>
      </dsp:txXfrm>
    </dsp:sp>
    <dsp:sp modelId="{6A3B872F-F7C7-4AD7-B269-76CC1B206482}">
      <dsp:nvSpPr>
        <dsp:cNvPr id="0" name=""/>
        <dsp:cNvSpPr/>
      </dsp:nvSpPr>
      <dsp:spPr>
        <a:xfrm>
          <a:off x="0" y="2122947"/>
          <a:ext cx="6364224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Portfolio optimization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Algorithmic trading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0" y="2122947"/>
        <a:ext cx="6364224" cy="683100"/>
      </dsp:txXfrm>
    </dsp:sp>
    <dsp:sp modelId="{9BD68456-5CFE-4768-AA96-5A1934466781}">
      <dsp:nvSpPr>
        <dsp:cNvPr id="0" name=""/>
        <dsp:cNvSpPr/>
      </dsp:nvSpPr>
      <dsp:spPr>
        <a:xfrm>
          <a:off x="0" y="2806047"/>
          <a:ext cx="6364224" cy="719549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Operations</a:t>
          </a:r>
          <a:endParaRPr lang="en-US" sz="3000" kern="120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>
        <a:off x="35125" y="2841172"/>
        <a:ext cx="6293974" cy="649299"/>
      </dsp:txXfrm>
    </dsp:sp>
    <dsp:sp modelId="{D78A03AC-B5CC-4FCB-AB7A-AA47382928C8}">
      <dsp:nvSpPr>
        <dsp:cNvPr id="0" name=""/>
        <dsp:cNvSpPr/>
      </dsp:nvSpPr>
      <dsp:spPr>
        <a:xfrm>
          <a:off x="0" y="3525597"/>
          <a:ext cx="6364224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Supply chain optimization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Scheduling systems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0" y="3525597"/>
        <a:ext cx="6364224" cy="683100"/>
      </dsp:txXfrm>
    </dsp:sp>
    <dsp:sp modelId="{1AD87D42-7E79-4450-AF04-D6F7DE3FFA07}">
      <dsp:nvSpPr>
        <dsp:cNvPr id="0" name=""/>
        <dsp:cNvSpPr/>
      </dsp:nvSpPr>
      <dsp:spPr>
        <a:xfrm>
          <a:off x="0" y="4208697"/>
          <a:ext cx="6364224" cy="71954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Customer Experience</a:t>
          </a:r>
          <a:endParaRPr lang="en-US" sz="3000" kern="120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>
        <a:off x="35125" y="4243822"/>
        <a:ext cx="6293974" cy="649299"/>
      </dsp:txXfrm>
    </dsp:sp>
    <dsp:sp modelId="{82C75D39-6DA1-433B-BEE6-1B2E298D2C44}">
      <dsp:nvSpPr>
        <dsp:cNvPr id="0" name=""/>
        <dsp:cNvSpPr/>
      </dsp:nvSpPr>
      <dsp:spPr>
        <a:xfrm>
          <a:off x="0" y="4928247"/>
          <a:ext cx="6364224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Personalized recommendations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Advertising optimization</a:t>
          </a:r>
          <a:endParaRPr lang="en-US" sz="20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0" y="4928247"/>
        <a:ext cx="6364224" cy="6831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B83F2-8FA4-419E-B645-961193066D5C}">
      <dsp:nvSpPr>
        <dsp:cNvPr id="0" name=""/>
        <dsp:cNvSpPr/>
      </dsp:nvSpPr>
      <dsp:spPr>
        <a:xfrm>
          <a:off x="0" y="4131595"/>
          <a:ext cx="1591056" cy="1356081"/>
        </a:xfrm>
        <a:prstGeom prst="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0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Learning Approach</a:t>
          </a:r>
          <a:endParaRPr lang="en-US" sz="2400" kern="1200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>
        <a:off x="0" y="4131595"/>
        <a:ext cx="1591056" cy="1356081"/>
      </dsp:txXfrm>
    </dsp:sp>
    <dsp:sp modelId="{C0BE87C8-3CCD-47B6-9E31-DCC8207FF698}">
      <dsp:nvSpPr>
        <dsp:cNvPr id="0" name=""/>
        <dsp:cNvSpPr/>
      </dsp:nvSpPr>
      <dsp:spPr>
        <a:xfrm>
          <a:off x="1591055" y="4131595"/>
          <a:ext cx="4773168" cy="1356081"/>
        </a:xfrm>
        <a:prstGeom prst="rect">
          <a:avLst/>
        </a:prstGeom>
        <a:solidFill>
          <a:srgbClr val="ED7D31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ED7D31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28600" rIns="96822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Experimentation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Observation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Reflection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Adaptation</a:t>
          </a:r>
        </a:p>
      </dsp:txBody>
      <dsp:txXfrm>
        <a:off x="1591055" y="4131595"/>
        <a:ext cx="4773168" cy="1356081"/>
      </dsp:txXfrm>
    </dsp:sp>
    <dsp:sp modelId="{969989BE-7AF2-4C5E-A8DD-15DC8CA9B782}">
      <dsp:nvSpPr>
        <dsp:cNvPr id="0" name=""/>
        <dsp:cNvSpPr/>
      </dsp:nvSpPr>
      <dsp:spPr>
        <a:xfrm rot="10800000">
          <a:off x="0" y="2066283"/>
          <a:ext cx="1591056" cy="20856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A5A5A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0" rIns="113156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Objective</a:t>
          </a:r>
          <a:endParaRPr lang="en-US" sz="2400" kern="1200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 rot="-10800000">
        <a:off x="0" y="2541081"/>
        <a:ext cx="1591056" cy="880877"/>
      </dsp:txXfrm>
    </dsp:sp>
    <dsp:sp modelId="{F3AC4E83-72D1-484D-A1C8-21700BBD5303}">
      <dsp:nvSpPr>
        <dsp:cNvPr id="0" name=""/>
        <dsp:cNvSpPr/>
      </dsp:nvSpPr>
      <dsp:spPr>
        <a:xfrm>
          <a:off x="1591055" y="2057389"/>
          <a:ext cx="4773168" cy="1355675"/>
        </a:xfrm>
        <a:prstGeom prst="rect">
          <a:avLst/>
        </a:prstGeom>
        <a:solidFill>
          <a:srgbClr val="A5A5A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A5A5A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72000" rIns="96822" bIns="22860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6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Maximize: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Profit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Net rewards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Inventory efficiency</a:t>
          </a:r>
        </a:p>
      </dsp:txBody>
      <dsp:txXfrm>
        <a:off x="1591055" y="2057389"/>
        <a:ext cx="4773168" cy="1355675"/>
      </dsp:txXfrm>
    </dsp:sp>
    <dsp:sp modelId="{98353AC6-AA47-4E88-A6FC-5825C65FB747}">
      <dsp:nvSpPr>
        <dsp:cNvPr id="0" name=""/>
        <dsp:cNvSpPr/>
      </dsp:nvSpPr>
      <dsp:spPr>
        <a:xfrm rot="10800000">
          <a:off x="0" y="970"/>
          <a:ext cx="1591056" cy="208565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FFC000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0" rIns="113156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" lastClr="FFFFFF"/>
              </a:solidFill>
              <a:latin typeface="TradeGothic" panose="00000400000000000000"/>
              <a:ea typeface="+mn-ea"/>
              <a:cs typeface="+mn-cs"/>
            </a:rPr>
            <a:t>Simulation Overview</a:t>
          </a:r>
          <a:endParaRPr lang="en-US" sz="2400" kern="1200" dirty="0">
            <a:solidFill>
              <a:sysClr val="window" lastClr="FFFFFF"/>
            </a:solidFill>
            <a:latin typeface="TradeGothic" panose="00000400000000000000"/>
            <a:ea typeface="+mn-ea"/>
            <a:cs typeface="+mn-cs"/>
          </a:endParaRPr>
        </a:p>
      </dsp:txBody>
      <dsp:txXfrm rot="-10800000">
        <a:off x="0" y="475768"/>
        <a:ext cx="1591056" cy="880877"/>
      </dsp:txXfrm>
    </dsp:sp>
    <dsp:sp modelId="{E16AF888-A440-4611-9F17-20E564F9B2DA}">
      <dsp:nvSpPr>
        <dsp:cNvPr id="0" name=""/>
        <dsp:cNvSpPr/>
      </dsp:nvSpPr>
      <dsp:spPr>
        <a:xfrm>
          <a:off x="1591055" y="970"/>
          <a:ext cx="4773168" cy="1355675"/>
        </a:xfrm>
        <a:prstGeom prst="rect">
          <a:avLst/>
        </a:prstGeom>
        <a:solidFill>
          <a:srgbClr val="FFC000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FFC000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288000" rIns="96822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Act as a coffee shop owner making daily pricing decisions</a:t>
          </a:r>
        </a:p>
      </dsp:txBody>
      <dsp:txXfrm>
        <a:off x="1591055" y="970"/>
        <a:ext cx="4773168" cy="13556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3D8F4-76DD-4366-8E90-8F2CEBAD9D75}">
      <dsp:nvSpPr>
        <dsp:cNvPr id="0" name=""/>
        <dsp:cNvSpPr/>
      </dsp:nvSpPr>
      <dsp:spPr>
        <a:xfrm>
          <a:off x="0" y="0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C4F90-1712-4C22-B198-6DE69B23D992}">
      <dsp:nvSpPr>
        <dsp:cNvPr id="0" name=""/>
        <dsp:cNvSpPr/>
      </dsp:nvSpPr>
      <dsp:spPr>
        <a:xfrm>
          <a:off x="350509" y="265688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D8124-C46A-4954-9B67-98AA48DC06CC}">
      <dsp:nvSpPr>
        <dsp:cNvPr id="0" name=""/>
        <dsp:cNvSpPr/>
      </dsp:nvSpPr>
      <dsp:spPr>
        <a:xfrm>
          <a:off x="1338310" y="4978"/>
          <a:ext cx="5674592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21-Day Decision Process</a:t>
          </a:r>
          <a:endParaRPr lang="en-US" sz="2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1338310" y="4978"/>
        <a:ext cx="5674592" cy="1158710"/>
      </dsp:txXfrm>
    </dsp:sp>
    <dsp:sp modelId="{0C06388F-2B7B-426B-9FA2-9DE7787D5259}">
      <dsp:nvSpPr>
        <dsp:cNvPr id="0" name=""/>
        <dsp:cNvSpPr/>
      </dsp:nvSpPr>
      <dsp:spPr>
        <a:xfrm>
          <a:off x="0" y="1453366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D4F22-BD50-433C-9312-4647B45F791C}">
      <dsp:nvSpPr>
        <dsp:cNvPr id="0" name=""/>
        <dsp:cNvSpPr/>
      </dsp:nvSpPr>
      <dsp:spPr>
        <a:xfrm>
          <a:off x="350509" y="1714076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76040-8BED-422B-9584-88D29014D04F}">
      <dsp:nvSpPr>
        <dsp:cNvPr id="0" name=""/>
        <dsp:cNvSpPr/>
      </dsp:nvSpPr>
      <dsp:spPr>
        <a:xfrm>
          <a:off x="1338310" y="1453366"/>
          <a:ext cx="315639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Each day includes:</a:t>
          </a:r>
        </a:p>
      </dsp:txBody>
      <dsp:txXfrm>
        <a:off x="1338310" y="1453366"/>
        <a:ext cx="3156394" cy="1158710"/>
      </dsp:txXfrm>
    </dsp:sp>
    <dsp:sp modelId="{C29DA0FE-91AD-4745-B6F3-FCFDEAF6B54B}">
      <dsp:nvSpPr>
        <dsp:cNvPr id="0" name=""/>
        <dsp:cNvSpPr/>
      </dsp:nvSpPr>
      <dsp:spPr>
        <a:xfrm>
          <a:off x="4494705" y="1453366"/>
          <a:ext cx="2518197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Day of week, weather, inventory level, event presence, competitor presence &amp; pricing</a:t>
          </a:r>
        </a:p>
      </dsp:txBody>
      <dsp:txXfrm>
        <a:off x="4494705" y="1453366"/>
        <a:ext cx="2518197" cy="1158710"/>
      </dsp:txXfrm>
    </dsp:sp>
    <dsp:sp modelId="{855558B3-E0E0-430D-B803-4D588CD13FAF}">
      <dsp:nvSpPr>
        <dsp:cNvPr id="0" name=""/>
        <dsp:cNvSpPr/>
      </dsp:nvSpPr>
      <dsp:spPr>
        <a:xfrm>
          <a:off x="0" y="2901754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B0180-9028-4D58-AFE0-B699D47B8FD5}">
      <dsp:nvSpPr>
        <dsp:cNvPr id="0" name=""/>
        <dsp:cNvSpPr/>
      </dsp:nvSpPr>
      <dsp:spPr>
        <a:xfrm>
          <a:off x="350509" y="3162464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2E795-4204-4BA0-A915-A865DED60455}">
      <dsp:nvSpPr>
        <dsp:cNvPr id="0" name=""/>
        <dsp:cNvSpPr/>
      </dsp:nvSpPr>
      <dsp:spPr>
        <a:xfrm>
          <a:off x="1338310" y="2901754"/>
          <a:ext cx="315639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Player Action</a:t>
          </a:r>
          <a:endParaRPr lang="en-US" sz="2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1338310" y="2901754"/>
        <a:ext cx="3156394" cy="1158710"/>
      </dsp:txXfrm>
    </dsp:sp>
    <dsp:sp modelId="{6D40D97D-857F-463E-A92F-F7BFFBEB2986}">
      <dsp:nvSpPr>
        <dsp:cNvPr id="0" name=""/>
        <dsp:cNvSpPr/>
      </dsp:nvSpPr>
      <dsp:spPr>
        <a:xfrm>
          <a:off x="4494705" y="2901754"/>
          <a:ext cx="2518197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Choose the daily price of coffee between </a:t>
          </a:r>
          <a:r>
            <a:rPr lang="en-US" sz="1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$1 and 10</a:t>
          </a:r>
          <a:endParaRPr lang="en-US" sz="18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4494705" y="2901754"/>
        <a:ext cx="2518197" cy="1158710"/>
      </dsp:txXfrm>
    </dsp:sp>
    <dsp:sp modelId="{F7750A0C-DAFD-4937-B7F3-91767EA3DE37}">
      <dsp:nvSpPr>
        <dsp:cNvPr id="0" name=""/>
        <dsp:cNvSpPr/>
      </dsp:nvSpPr>
      <dsp:spPr>
        <a:xfrm>
          <a:off x="0" y="4338718"/>
          <a:ext cx="7014211" cy="1158710"/>
        </a:xfrm>
        <a:prstGeom prst="roundRect">
          <a:avLst>
            <a:gd name="adj" fmla="val 10000"/>
          </a:avLst>
        </a:prstGeom>
        <a:solidFill>
          <a:sysClr val="window" lastClr="FFFFFF">
            <a:lumMod val="95000"/>
            <a:hueOff val="0"/>
            <a:satOff val="0"/>
            <a:lumOff val="0"/>
            <a:alphaOff val="0"/>
          </a:sys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6FB8A-7DE8-4EC7-8181-2AAF1CC60C20}">
      <dsp:nvSpPr>
        <dsp:cNvPr id="0" name=""/>
        <dsp:cNvSpPr/>
      </dsp:nvSpPr>
      <dsp:spPr>
        <a:xfrm>
          <a:off x="350509" y="4610852"/>
          <a:ext cx="637290" cy="6372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A9981-EA8F-452B-AA0F-CA7B7E111886}">
      <dsp:nvSpPr>
        <dsp:cNvPr id="0" name=""/>
        <dsp:cNvSpPr/>
      </dsp:nvSpPr>
      <dsp:spPr>
        <a:xfrm>
          <a:off x="1338310" y="4350142"/>
          <a:ext cx="315639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Goal</a:t>
          </a:r>
          <a:endParaRPr lang="en-US" sz="2200" kern="120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1338310" y="4350142"/>
        <a:ext cx="3156394" cy="1158710"/>
      </dsp:txXfrm>
    </dsp:sp>
    <dsp:sp modelId="{F7135F46-B455-4DDF-BB5F-5708217859ED}">
      <dsp:nvSpPr>
        <dsp:cNvPr id="0" name=""/>
        <dsp:cNvSpPr/>
      </dsp:nvSpPr>
      <dsp:spPr>
        <a:xfrm>
          <a:off x="4494705" y="4350142"/>
          <a:ext cx="2518197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Maximize rewards,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8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TradeGothic" panose="00000400000000000000"/>
              <a:ea typeface="+mn-ea"/>
              <a:cs typeface="+mn-cs"/>
            </a:rPr>
            <a:t>Learn Policy</a:t>
          </a:r>
          <a:endParaRPr lang="en-US" sz="18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TradeGothic" panose="00000400000000000000"/>
            <a:ea typeface="+mn-ea"/>
            <a:cs typeface="+mn-cs"/>
          </a:endParaRPr>
        </a:p>
      </dsp:txBody>
      <dsp:txXfrm>
        <a:off x="4494705" y="4350142"/>
        <a:ext cx="2518197" cy="1158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7DC88-1363-4148-A4CB-8289711814F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E973E-458D-4F40-9A31-16744D589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6F252-786D-40BE-AB08-98E890452753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F75AF2-DB7D-4690-B71B-C925A878A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7013" cy="3700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75AF2-DB7D-4690-B71B-C925A878A9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4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C008-BBE1-BDBC-E91C-8EF69A3A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F6A03-ECC1-CA92-80B6-73AAF770A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7013" cy="3700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0BF3C-B4E2-B811-FA9F-CE583ED9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AD4C-CAED-605D-D076-BBEDF6F49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75AF2-DB7D-4690-B71B-C925A878A9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54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7013" cy="37004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75AF2-DB7D-4690-B71B-C925A878A95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79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3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4" y="1524000"/>
            <a:ext cx="10164233" cy="1752600"/>
          </a:xfrm>
        </p:spPr>
        <p:txBody>
          <a:bodyPr/>
          <a:lstStyle>
            <a:lvl1pPr>
              <a:defRPr sz="3750"/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pPr lvl="0"/>
            <a:r>
              <a:rPr lang="en-GB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4BD79-E345-491B-AAF6-ACE5B2262D42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4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4CD028-D332-4AB9-A9C7-FFFFF839E69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2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FA0DAD-5EA2-45F2-BB32-CA6634F4EF73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6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CCE04-191E-4778-B94D-68FE9DF72019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5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07F7A5-7B43-4CCF-8143-EB5288B91FDE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2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858B5-4FED-4340-B0AE-6F5E2AED8960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393820-AA41-41E6-AB77-F62B1702197D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6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1BC1A-9ECE-4B75-A984-E6C93EC22344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1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329C74-F7B5-40B7-AA04-154EA0D04542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1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4EDBC4-DE5B-43A1-84E7-509524386987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5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7F300D-16B6-4F4B-81B7-5F987AE075C8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9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Title Option 1">
    <p:bg>
      <p:bgPr>
        <a:solidFill>
          <a:srgbClr val="102B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31248BB-8AF9-4968-B047-1A8A346E1C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61934" y="0"/>
            <a:ext cx="6630068" cy="6864775"/>
          </a:xfrm>
          <a:custGeom>
            <a:avLst/>
            <a:gdLst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0 w 7446818"/>
              <a:gd name="connsiteY3" fmla="*/ 6858000 h 6858000"/>
              <a:gd name="connsiteX4" fmla="*/ 0 w 7446818"/>
              <a:gd name="connsiteY4" fmla="*/ 0 h 6858000"/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2230581 w 7446818"/>
              <a:gd name="connsiteY3" fmla="*/ 6858000 h 6858000"/>
              <a:gd name="connsiteX4" fmla="*/ 0 w 7446818"/>
              <a:gd name="connsiteY4" fmla="*/ 0 h 6858000"/>
              <a:gd name="connsiteX0" fmla="*/ 636486 w 5216237"/>
              <a:gd name="connsiteY0" fmla="*/ 0 h 6863644"/>
              <a:gd name="connsiteX1" fmla="*/ 5216237 w 5216237"/>
              <a:gd name="connsiteY1" fmla="*/ 5644 h 6863644"/>
              <a:gd name="connsiteX2" fmla="*/ 5216237 w 5216237"/>
              <a:gd name="connsiteY2" fmla="*/ 6863644 h 6863644"/>
              <a:gd name="connsiteX3" fmla="*/ 0 w 5216237"/>
              <a:gd name="connsiteY3" fmla="*/ 6863644 h 6863644"/>
              <a:gd name="connsiteX4" fmla="*/ 636486 w 5216237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171204 w 4579751"/>
              <a:gd name="connsiteY3" fmla="*/ 6863644 h 6863644"/>
              <a:gd name="connsiteX4" fmla="*/ 0 w 4579751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232278 w 4579751"/>
              <a:gd name="connsiteY3" fmla="*/ 6863644 h 6863644"/>
              <a:gd name="connsiteX4" fmla="*/ 0 w 4579751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954982 w 5302455"/>
              <a:gd name="connsiteY3" fmla="*/ 6863644 h 6863644"/>
              <a:gd name="connsiteX4" fmla="*/ 0 w 5302455"/>
              <a:gd name="connsiteY4" fmla="*/ 0 h 6863644"/>
              <a:gd name="connsiteX0" fmla="*/ 0 w 5302455"/>
              <a:gd name="connsiteY0" fmla="*/ 0 h 6877191"/>
              <a:gd name="connsiteX1" fmla="*/ 5302455 w 5302455"/>
              <a:gd name="connsiteY1" fmla="*/ 5644 h 6877191"/>
              <a:gd name="connsiteX2" fmla="*/ 5302455 w 5302455"/>
              <a:gd name="connsiteY2" fmla="*/ 6863644 h 6877191"/>
              <a:gd name="connsiteX3" fmla="*/ 2242457 w 5302455"/>
              <a:gd name="connsiteY3" fmla="*/ 6877191 h 6877191"/>
              <a:gd name="connsiteX4" fmla="*/ 0 w 5302455"/>
              <a:gd name="connsiteY4" fmla="*/ 0 h 6877191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8 w 5302455"/>
              <a:gd name="connsiteY3" fmla="*/ 6850098 h 6863644"/>
              <a:gd name="connsiteX4" fmla="*/ 0 w 5302455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9 w 5302455"/>
              <a:gd name="connsiteY3" fmla="*/ 6856872 h 6863644"/>
              <a:gd name="connsiteX4" fmla="*/ 0 w 5302455"/>
              <a:gd name="connsiteY4" fmla="*/ 0 h 6863644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1921823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2237370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64775"/>
              <a:gd name="connsiteX1" fmla="*/ 4981819 w 4981819"/>
              <a:gd name="connsiteY1" fmla="*/ 0 h 6864775"/>
              <a:gd name="connsiteX2" fmla="*/ 4981819 w 4981819"/>
              <a:gd name="connsiteY2" fmla="*/ 6858000 h 6864775"/>
              <a:gd name="connsiteX3" fmla="*/ 2267907 w 4981819"/>
              <a:gd name="connsiteY3" fmla="*/ 6864775 h 6864775"/>
              <a:gd name="connsiteX4" fmla="*/ 0 w 4981819"/>
              <a:gd name="connsiteY4" fmla="*/ 1129 h 686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1819" h="6864775">
                <a:moveTo>
                  <a:pt x="0" y="1129"/>
                </a:moveTo>
                <a:lnTo>
                  <a:pt x="4981819" y="0"/>
                </a:lnTo>
                <a:lnTo>
                  <a:pt x="4981819" y="6858000"/>
                </a:lnTo>
                <a:lnTo>
                  <a:pt x="2267907" y="6864775"/>
                </a:lnTo>
                <a:lnTo>
                  <a:pt x="0" y="1129"/>
                </a:lnTo>
                <a:close/>
              </a:path>
            </a:pathLst>
          </a:custGeo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GB"/>
              <a:t>Click icon to add picture</a:t>
            </a:r>
            <a:endParaRPr lang="en-SG" dirty="0"/>
          </a:p>
        </p:txBody>
      </p:sp>
      <p:pic>
        <p:nvPicPr>
          <p:cNvPr id="11" name="ExD Logo">
            <a:extLst>
              <a:ext uri="{FF2B5EF4-FFF2-40B4-BE49-F238E27FC236}">
                <a16:creationId xmlns:a16="http://schemas.microsoft.com/office/drawing/2014/main" id="{5F8F750A-E414-4146-9C12-875811CE8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363"/>
          <a:stretch/>
        </p:blipFill>
        <p:spPr>
          <a:xfrm>
            <a:off x="599445" y="5765804"/>
            <a:ext cx="1896155" cy="7142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16C2B2-1BC0-4E34-B29C-30A24E8E7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98" y="764775"/>
            <a:ext cx="5112836" cy="22220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600" b="1" cap="all" spc="-150" baseline="0">
                <a:solidFill>
                  <a:schemeClr val="bg1"/>
                </a:solidFill>
                <a:latin typeface="TradeGothic" panose="00000400000000000000" pitchFamily="2" charset="0"/>
              </a:defRPr>
            </a:lvl1pPr>
          </a:lstStyle>
          <a:p>
            <a:r>
              <a:rPr lang="en-US" dirty="0"/>
              <a:t>edit Section Title Slide, BOLD 36pts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C8031F5-0D04-4220-A5E4-01914AD29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9101" y="3169701"/>
            <a:ext cx="5112835" cy="102523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TradeGothic" panose="00000400000000000000" pitchFamily="2" charset="0"/>
              </a:defRPr>
            </a:lvl1pPr>
          </a:lstStyle>
          <a:p>
            <a:pPr lvl="0"/>
            <a:r>
              <a:rPr lang="en-US"/>
              <a:t>Click to edit sub-titles, 12pts</a:t>
            </a:r>
          </a:p>
        </p:txBody>
      </p:sp>
      <p:sp>
        <p:nvSpPr>
          <p:cNvPr id="3" name="Isosceles Triangle">
            <a:extLst>
              <a:ext uri="{FF2B5EF4-FFF2-40B4-BE49-F238E27FC236}">
                <a16:creationId xmlns:a16="http://schemas.microsoft.com/office/drawing/2014/main" id="{4946BE27-C98B-515F-61BA-DC69788B33A1}"/>
              </a:ext>
            </a:extLst>
          </p:cNvPr>
          <p:cNvSpPr/>
          <p:nvPr/>
        </p:nvSpPr>
        <p:spPr>
          <a:xfrm flipV="1">
            <a:off x="5343652" y="1"/>
            <a:ext cx="2572841" cy="2931601"/>
          </a:xfrm>
          <a:prstGeom prst="triangle">
            <a:avLst/>
          </a:prstGeom>
          <a:solidFill>
            <a:srgbClr val="987C4D"/>
          </a:solidFill>
          <a:ln>
            <a:solidFill>
              <a:srgbClr val="987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950252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6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ver Page 1">
    <p:bg>
      <p:bgPr>
        <a:solidFill>
          <a:srgbClr val="102B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>
            <a:extLst>
              <a:ext uri="{FF2B5EF4-FFF2-40B4-BE49-F238E27FC236}">
                <a16:creationId xmlns:a16="http://schemas.microsoft.com/office/drawing/2014/main" id="{01F7B91E-ACC7-4B70-8E64-EDB3A7055A8D}"/>
              </a:ext>
            </a:extLst>
          </p:cNvPr>
          <p:cNvSpPr/>
          <p:nvPr/>
        </p:nvSpPr>
        <p:spPr>
          <a:xfrm flipH="1" flipV="1">
            <a:off x="7097617" y="-2"/>
            <a:ext cx="5105883" cy="6869475"/>
          </a:xfrm>
          <a:custGeom>
            <a:avLst/>
            <a:gdLst>
              <a:gd name="connsiteX0" fmla="*/ 0 w 2876548"/>
              <a:gd name="connsiteY0" fmla="*/ 0 h 6858895"/>
              <a:gd name="connsiteX1" fmla="*/ 2876548 w 2876548"/>
              <a:gd name="connsiteY1" fmla="*/ 0 h 6858895"/>
              <a:gd name="connsiteX2" fmla="*/ 2876548 w 2876548"/>
              <a:gd name="connsiteY2" fmla="*/ 6858895 h 6858895"/>
              <a:gd name="connsiteX3" fmla="*/ 0 w 2876548"/>
              <a:gd name="connsiteY3" fmla="*/ 6858895 h 6858895"/>
              <a:gd name="connsiteX4" fmla="*/ 0 w 2876548"/>
              <a:gd name="connsiteY4" fmla="*/ 0 h 6858895"/>
              <a:gd name="connsiteX0" fmla="*/ 0 w 5119416"/>
              <a:gd name="connsiteY0" fmla="*/ 0 h 6858895"/>
              <a:gd name="connsiteX1" fmla="*/ 5119416 w 5119416"/>
              <a:gd name="connsiteY1" fmla="*/ 0 h 6858895"/>
              <a:gd name="connsiteX2" fmla="*/ 2876548 w 5119416"/>
              <a:gd name="connsiteY2" fmla="*/ 6858895 h 6858895"/>
              <a:gd name="connsiteX3" fmla="*/ 0 w 5119416"/>
              <a:gd name="connsiteY3" fmla="*/ 6858895 h 6858895"/>
              <a:gd name="connsiteX4" fmla="*/ 0 w 5119416"/>
              <a:gd name="connsiteY4" fmla="*/ 0 h 6858895"/>
              <a:gd name="connsiteX0" fmla="*/ 0 w 5119416"/>
              <a:gd name="connsiteY0" fmla="*/ 0 h 6858895"/>
              <a:gd name="connsiteX1" fmla="*/ 5119416 w 5119416"/>
              <a:gd name="connsiteY1" fmla="*/ 0 h 6858895"/>
              <a:gd name="connsiteX2" fmla="*/ 2876548 w 5119416"/>
              <a:gd name="connsiteY2" fmla="*/ 6858895 h 6858895"/>
              <a:gd name="connsiteX3" fmla="*/ 1112808 w 5119416"/>
              <a:gd name="connsiteY3" fmla="*/ 6858895 h 6858895"/>
              <a:gd name="connsiteX4" fmla="*/ 0 w 5119416"/>
              <a:gd name="connsiteY4" fmla="*/ 0 h 6858895"/>
              <a:gd name="connsiteX0" fmla="*/ 8626 w 4006608"/>
              <a:gd name="connsiteY0" fmla="*/ 0 h 6867522"/>
              <a:gd name="connsiteX1" fmla="*/ 4006608 w 4006608"/>
              <a:gd name="connsiteY1" fmla="*/ 8627 h 6867522"/>
              <a:gd name="connsiteX2" fmla="*/ 1763740 w 4006608"/>
              <a:gd name="connsiteY2" fmla="*/ 6867522 h 6867522"/>
              <a:gd name="connsiteX3" fmla="*/ 0 w 4006608"/>
              <a:gd name="connsiteY3" fmla="*/ 6867522 h 6867522"/>
              <a:gd name="connsiteX4" fmla="*/ 8626 w 4006608"/>
              <a:gd name="connsiteY4" fmla="*/ 0 h 6867522"/>
              <a:gd name="connsiteX0" fmla="*/ 8626 w 4006608"/>
              <a:gd name="connsiteY0" fmla="*/ 0 h 6858895"/>
              <a:gd name="connsiteX1" fmla="*/ 4006608 w 4006608"/>
              <a:gd name="connsiteY1" fmla="*/ 0 h 6858895"/>
              <a:gd name="connsiteX2" fmla="*/ 1763740 w 4006608"/>
              <a:gd name="connsiteY2" fmla="*/ 6858895 h 6858895"/>
              <a:gd name="connsiteX3" fmla="*/ 0 w 4006608"/>
              <a:gd name="connsiteY3" fmla="*/ 6858895 h 6858895"/>
              <a:gd name="connsiteX4" fmla="*/ 8626 w 4006608"/>
              <a:gd name="connsiteY4" fmla="*/ 0 h 6858895"/>
              <a:gd name="connsiteX0" fmla="*/ 8626 w 4454439"/>
              <a:gd name="connsiteY0" fmla="*/ 1382776 h 8241671"/>
              <a:gd name="connsiteX1" fmla="*/ 4454439 w 4454439"/>
              <a:gd name="connsiteY1" fmla="*/ 0 h 8241671"/>
              <a:gd name="connsiteX2" fmla="*/ 1763740 w 4454439"/>
              <a:gd name="connsiteY2" fmla="*/ 8241671 h 8241671"/>
              <a:gd name="connsiteX3" fmla="*/ 0 w 4454439"/>
              <a:gd name="connsiteY3" fmla="*/ 8241671 h 8241671"/>
              <a:gd name="connsiteX4" fmla="*/ 8626 w 4454439"/>
              <a:gd name="connsiteY4" fmla="*/ 1382776 h 8241671"/>
              <a:gd name="connsiteX0" fmla="*/ 14519 w 4454439"/>
              <a:gd name="connsiteY0" fmla="*/ 31426 h 8241671"/>
              <a:gd name="connsiteX1" fmla="*/ 4454439 w 4454439"/>
              <a:gd name="connsiteY1" fmla="*/ 0 h 8241671"/>
              <a:gd name="connsiteX2" fmla="*/ 1763740 w 4454439"/>
              <a:gd name="connsiteY2" fmla="*/ 8241671 h 8241671"/>
              <a:gd name="connsiteX3" fmla="*/ 0 w 4454439"/>
              <a:gd name="connsiteY3" fmla="*/ 8241671 h 8241671"/>
              <a:gd name="connsiteX4" fmla="*/ 14519 w 4454439"/>
              <a:gd name="connsiteY4" fmla="*/ 31426 h 8241671"/>
              <a:gd name="connsiteX0" fmla="*/ 2734 w 4454439"/>
              <a:gd name="connsiteY0" fmla="*/ 7856 h 8241671"/>
              <a:gd name="connsiteX1" fmla="*/ 4454439 w 4454439"/>
              <a:gd name="connsiteY1" fmla="*/ 0 h 8241671"/>
              <a:gd name="connsiteX2" fmla="*/ 1763740 w 4454439"/>
              <a:gd name="connsiteY2" fmla="*/ 8241671 h 8241671"/>
              <a:gd name="connsiteX3" fmla="*/ 0 w 4454439"/>
              <a:gd name="connsiteY3" fmla="*/ 8241671 h 8241671"/>
              <a:gd name="connsiteX4" fmla="*/ 2734 w 4454439"/>
              <a:gd name="connsiteY4" fmla="*/ 7856 h 8241671"/>
              <a:gd name="connsiteX0" fmla="*/ 2734 w 4442654"/>
              <a:gd name="connsiteY0" fmla="*/ 0 h 8233815"/>
              <a:gd name="connsiteX1" fmla="*/ 4442654 w 4442654"/>
              <a:gd name="connsiteY1" fmla="*/ 0 h 8233815"/>
              <a:gd name="connsiteX2" fmla="*/ 1763740 w 4442654"/>
              <a:gd name="connsiteY2" fmla="*/ 8233815 h 8233815"/>
              <a:gd name="connsiteX3" fmla="*/ 0 w 4442654"/>
              <a:gd name="connsiteY3" fmla="*/ 8233815 h 8233815"/>
              <a:gd name="connsiteX4" fmla="*/ 2734 w 4442654"/>
              <a:gd name="connsiteY4" fmla="*/ 0 h 8233815"/>
              <a:gd name="connsiteX0" fmla="*/ 2734 w 4407299"/>
              <a:gd name="connsiteY0" fmla="*/ 0 h 8233815"/>
              <a:gd name="connsiteX1" fmla="*/ 4407299 w 4407299"/>
              <a:gd name="connsiteY1" fmla="*/ 0 h 8233815"/>
              <a:gd name="connsiteX2" fmla="*/ 1763740 w 4407299"/>
              <a:gd name="connsiteY2" fmla="*/ 8233815 h 8233815"/>
              <a:gd name="connsiteX3" fmla="*/ 0 w 4407299"/>
              <a:gd name="connsiteY3" fmla="*/ 8233815 h 8233815"/>
              <a:gd name="connsiteX4" fmla="*/ 2734 w 4407299"/>
              <a:gd name="connsiteY4" fmla="*/ 0 h 8233815"/>
              <a:gd name="connsiteX0" fmla="*/ 2734 w 4401407"/>
              <a:gd name="connsiteY0" fmla="*/ 0 h 8233815"/>
              <a:gd name="connsiteX1" fmla="*/ 4401407 w 4401407"/>
              <a:gd name="connsiteY1" fmla="*/ 7856 h 8233815"/>
              <a:gd name="connsiteX2" fmla="*/ 1763740 w 4401407"/>
              <a:gd name="connsiteY2" fmla="*/ 8233815 h 8233815"/>
              <a:gd name="connsiteX3" fmla="*/ 0 w 4401407"/>
              <a:gd name="connsiteY3" fmla="*/ 8233815 h 8233815"/>
              <a:gd name="connsiteX4" fmla="*/ 2734 w 4401407"/>
              <a:gd name="connsiteY4" fmla="*/ 0 h 8233815"/>
              <a:gd name="connsiteX0" fmla="*/ 2734 w 4407299"/>
              <a:gd name="connsiteY0" fmla="*/ 0 h 8233815"/>
              <a:gd name="connsiteX1" fmla="*/ 4407299 w 4407299"/>
              <a:gd name="connsiteY1" fmla="*/ 15713 h 8233815"/>
              <a:gd name="connsiteX2" fmla="*/ 1763740 w 4407299"/>
              <a:gd name="connsiteY2" fmla="*/ 8233815 h 8233815"/>
              <a:gd name="connsiteX3" fmla="*/ 0 w 4407299"/>
              <a:gd name="connsiteY3" fmla="*/ 8233815 h 8233815"/>
              <a:gd name="connsiteX4" fmla="*/ 2734 w 4407299"/>
              <a:gd name="connsiteY4" fmla="*/ 0 h 8233815"/>
              <a:gd name="connsiteX0" fmla="*/ 2734 w 4589967"/>
              <a:gd name="connsiteY0" fmla="*/ 0 h 8233815"/>
              <a:gd name="connsiteX1" fmla="*/ 4589967 w 4589967"/>
              <a:gd name="connsiteY1" fmla="*/ 7855 h 8233815"/>
              <a:gd name="connsiteX2" fmla="*/ 1763740 w 4589967"/>
              <a:gd name="connsiteY2" fmla="*/ 8233815 h 8233815"/>
              <a:gd name="connsiteX3" fmla="*/ 0 w 4589967"/>
              <a:gd name="connsiteY3" fmla="*/ 8233815 h 8233815"/>
              <a:gd name="connsiteX4" fmla="*/ 2734 w 4589967"/>
              <a:gd name="connsiteY4" fmla="*/ 0 h 82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9967" h="8233815">
                <a:moveTo>
                  <a:pt x="2734" y="0"/>
                </a:moveTo>
                <a:lnTo>
                  <a:pt x="4589967" y="7855"/>
                </a:lnTo>
                <a:lnTo>
                  <a:pt x="1763740" y="8233815"/>
                </a:lnTo>
                <a:lnTo>
                  <a:pt x="0" y="8233815"/>
                </a:lnTo>
                <a:cubicBezTo>
                  <a:pt x="2875" y="5944641"/>
                  <a:pt x="-141" y="2289174"/>
                  <a:pt x="27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AA0FB221-717F-C65B-64A7-3A06ADBE5E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24509" y="-6355"/>
            <a:ext cx="3981835" cy="4390852"/>
          </a:xfrm>
          <a:custGeom>
            <a:avLst/>
            <a:gdLst>
              <a:gd name="connsiteX0" fmla="*/ 0 w 5615348"/>
              <a:gd name="connsiteY0" fmla="*/ 0 h 3577155"/>
              <a:gd name="connsiteX1" fmla="*/ 5615348 w 5615348"/>
              <a:gd name="connsiteY1" fmla="*/ 0 h 3577155"/>
              <a:gd name="connsiteX2" fmla="*/ 5615348 w 5615348"/>
              <a:gd name="connsiteY2" fmla="*/ 3577155 h 3577155"/>
              <a:gd name="connsiteX3" fmla="*/ 0 w 5615348"/>
              <a:gd name="connsiteY3" fmla="*/ 3577155 h 3577155"/>
              <a:gd name="connsiteX0" fmla="*/ 2684974 w 5615348"/>
              <a:gd name="connsiteY0" fmla="*/ 0 h 3577155"/>
              <a:gd name="connsiteX1" fmla="*/ 5615348 w 5615348"/>
              <a:gd name="connsiteY1" fmla="*/ 0 h 3577155"/>
              <a:gd name="connsiteX2" fmla="*/ 5615348 w 5615348"/>
              <a:gd name="connsiteY2" fmla="*/ 3577155 h 3577155"/>
              <a:gd name="connsiteX3" fmla="*/ 0 w 5615348"/>
              <a:gd name="connsiteY3" fmla="*/ 3577155 h 3577155"/>
              <a:gd name="connsiteX4" fmla="*/ 2684974 w 5615348"/>
              <a:gd name="connsiteY4" fmla="*/ 0 h 3577155"/>
              <a:gd name="connsiteX0" fmla="*/ 2684974 w 5615348"/>
              <a:gd name="connsiteY0" fmla="*/ 12 h 3577167"/>
              <a:gd name="connsiteX1" fmla="*/ 5615348 w 5615348"/>
              <a:gd name="connsiteY1" fmla="*/ 12 h 3577167"/>
              <a:gd name="connsiteX2" fmla="*/ 5615348 w 5615348"/>
              <a:gd name="connsiteY2" fmla="*/ 3577167 h 3577167"/>
              <a:gd name="connsiteX3" fmla="*/ 0 w 5615348"/>
              <a:gd name="connsiteY3" fmla="*/ 3577167 h 3577167"/>
              <a:gd name="connsiteX4" fmla="*/ 2684974 w 5615348"/>
              <a:gd name="connsiteY4" fmla="*/ 12 h 3577167"/>
              <a:gd name="connsiteX0" fmla="*/ 2684974 w 5615348"/>
              <a:gd name="connsiteY0" fmla="*/ 9 h 3577197"/>
              <a:gd name="connsiteX1" fmla="*/ 5615348 w 5615348"/>
              <a:gd name="connsiteY1" fmla="*/ 9 h 3577197"/>
              <a:gd name="connsiteX2" fmla="*/ 5615348 w 5615348"/>
              <a:gd name="connsiteY2" fmla="*/ 3577164 h 3577197"/>
              <a:gd name="connsiteX3" fmla="*/ 0 w 5615348"/>
              <a:gd name="connsiteY3" fmla="*/ 3577164 h 3577197"/>
              <a:gd name="connsiteX4" fmla="*/ 2684974 w 5615348"/>
              <a:gd name="connsiteY4" fmla="*/ 9 h 3577197"/>
              <a:gd name="connsiteX0" fmla="*/ 2684974 w 5615348"/>
              <a:gd name="connsiteY0" fmla="*/ 9 h 3577197"/>
              <a:gd name="connsiteX1" fmla="*/ 5615348 w 5615348"/>
              <a:gd name="connsiteY1" fmla="*/ 9 h 3577197"/>
              <a:gd name="connsiteX2" fmla="*/ 5615348 w 5615348"/>
              <a:gd name="connsiteY2" fmla="*/ 3577164 h 3577197"/>
              <a:gd name="connsiteX3" fmla="*/ 0 w 5615348"/>
              <a:gd name="connsiteY3" fmla="*/ 3577164 h 3577197"/>
              <a:gd name="connsiteX4" fmla="*/ 2684974 w 5615348"/>
              <a:gd name="connsiteY4" fmla="*/ 9 h 3577197"/>
              <a:gd name="connsiteX0" fmla="*/ 2641668 w 5572042"/>
              <a:gd name="connsiteY0" fmla="*/ 9 h 3577164"/>
              <a:gd name="connsiteX1" fmla="*/ 5572042 w 5572042"/>
              <a:gd name="connsiteY1" fmla="*/ 9 h 3577164"/>
              <a:gd name="connsiteX2" fmla="*/ 5572042 w 5572042"/>
              <a:gd name="connsiteY2" fmla="*/ 3577164 h 3577164"/>
              <a:gd name="connsiteX3" fmla="*/ 0 w 5572042"/>
              <a:gd name="connsiteY3" fmla="*/ 3570788 h 3577164"/>
              <a:gd name="connsiteX4" fmla="*/ 2641668 w 5572042"/>
              <a:gd name="connsiteY4" fmla="*/ 9 h 3577164"/>
              <a:gd name="connsiteX0" fmla="*/ 2812565 w 5742939"/>
              <a:gd name="connsiteY0" fmla="*/ 9 h 3577164"/>
              <a:gd name="connsiteX1" fmla="*/ 5742939 w 5742939"/>
              <a:gd name="connsiteY1" fmla="*/ 9 h 3577164"/>
              <a:gd name="connsiteX2" fmla="*/ 5742939 w 5742939"/>
              <a:gd name="connsiteY2" fmla="*/ 3577164 h 3577164"/>
              <a:gd name="connsiteX3" fmla="*/ 0 w 5742939"/>
              <a:gd name="connsiteY3" fmla="*/ 3570788 h 3577164"/>
              <a:gd name="connsiteX4" fmla="*/ 2812565 w 5742939"/>
              <a:gd name="connsiteY4" fmla="*/ 9 h 3577164"/>
              <a:gd name="connsiteX0" fmla="*/ 2796212 w 5742939"/>
              <a:gd name="connsiteY0" fmla="*/ 8 h 3581767"/>
              <a:gd name="connsiteX1" fmla="*/ 5742939 w 5742939"/>
              <a:gd name="connsiteY1" fmla="*/ 4612 h 3581767"/>
              <a:gd name="connsiteX2" fmla="*/ 5742939 w 5742939"/>
              <a:gd name="connsiteY2" fmla="*/ 3581767 h 3581767"/>
              <a:gd name="connsiteX3" fmla="*/ 0 w 5742939"/>
              <a:gd name="connsiteY3" fmla="*/ 3575391 h 3581767"/>
              <a:gd name="connsiteX4" fmla="*/ 2796212 w 5742939"/>
              <a:gd name="connsiteY4" fmla="*/ 8 h 3581767"/>
              <a:gd name="connsiteX0" fmla="*/ 2788037 w 5734764"/>
              <a:gd name="connsiteY0" fmla="*/ 8 h 3581767"/>
              <a:gd name="connsiteX1" fmla="*/ 5734764 w 5734764"/>
              <a:gd name="connsiteY1" fmla="*/ 4612 h 3581767"/>
              <a:gd name="connsiteX2" fmla="*/ 5734764 w 5734764"/>
              <a:gd name="connsiteY2" fmla="*/ 3581767 h 3581767"/>
              <a:gd name="connsiteX3" fmla="*/ 0 w 5734764"/>
              <a:gd name="connsiteY3" fmla="*/ 3579996 h 3581767"/>
              <a:gd name="connsiteX4" fmla="*/ 2788037 w 5734764"/>
              <a:gd name="connsiteY4" fmla="*/ 8 h 3581767"/>
              <a:gd name="connsiteX0" fmla="*/ 2820739 w 5767466"/>
              <a:gd name="connsiteY0" fmla="*/ 8 h 3581767"/>
              <a:gd name="connsiteX1" fmla="*/ 5767466 w 5767466"/>
              <a:gd name="connsiteY1" fmla="*/ 4612 h 3581767"/>
              <a:gd name="connsiteX2" fmla="*/ 5767466 w 5767466"/>
              <a:gd name="connsiteY2" fmla="*/ 3581767 h 3581767"/>
              <a:gd name="connsiteX3" fmla="*/ 0 w 5767466"/>
              <a:gd name="connsiteY3" fmla="*/ 3579996 h 3581767"/>
              <a:gd name="connsiteX4" fmla="*/ 2820739 w 5767466"/>
              <a:gd name="connsiteY4" fmla="*/ 8 h 3581767"/>
              <a:gd name="connsiteX0" fmla="*/ 2866726 w 5767466"/>
              <a:gd name="connsiteY0" fmla="*/ 8 h 3581767"/>
              <a:gd name="connsiteX1" fmla="*/ 5767466 w 5767466"/>
              <a:gd name="connsiteY1" fmla="*/ 4612 h 3581767"/>
              <a:gd name="connsiteX2" fmla="*/ 5767466 w 5767466"/>
              <a:gd name="connsiteY2" fmla="*/ 3581767 h 3581767"/>
              <a:gd name="connsiteX3" fmla="*/ 0 w 5767466"/>
              <a:gd name="connsiteY3" fmla="*/ 3579996 h 3581767"/>
              <a:gd name="connsiteX4" fmla="*/ 2866726 w 5767466"/>
              <a:gd name="connsiteY4" fmla="*/ 8 h 3581767"/>
              <a:gd name="connsiteX0" fmla="*/ 2857530 w 5767466"/>
              <a:gd name="connsiteY0" fmla="*/ 5755 h 3577155"/>
              <a:gd name="connsiteX1" fmla="*/ 5767466 w 5767466"/>
              <a:gd name="connsiteY1" fmla="*/ 0 h 3577155"/>
              <a:gd name="connsiteX2" fmla="*/ 5767466 w 5767466"/>
              <a:gd name="connsiteY2" fmla="*/ 3577155 h 3577155"/>
              <a:gd name="connsiteX3" fmla="*/ 0 w 5767466"/>
              <a:gd name="connsiteY3" fmla="*/ 3575384 h 3577155"/>
              <a:gd name="connsiteX4" fmla="*/ 2857530 w 5767466"/>
              <a:gd name="connsiteY4" fmla="*/ 5755 h 3577155"/>
              <a:gd name="connsiteX0" fmla="*/ 2912715 w 5767466"/>
              <a:gd name="connsiteY0" fmla="*/ 8 h 3586949"/>
              <a:gd name="connsiteX1" fmla="*/ 5767466 w 5767466"/>
              <a:gd name="connsiteY1" fmla="*/ 9794 h 3586949"/>
              <a:gd name="connsiteX2" fmla="*/ 5767466 w 5767466"/>
              <a:gd name="connsiteY2" fmla="*/ 3586949 h 3586949"/>
              <a:gd name="connsiteX3" fmla="*/ 0 w 5767466"/>
              <a:gd name="connsiteY3" fmla="*/ 3585178 h 3586949"/>
              <a:gd name="connsiteX4" fmla="*/ 2912715 w 5767466"/>
              <a:gd name="connsiteY4" fmla="*/ 8 h 3586949"/>
              <a:gd name="connsiteX0" fmla="*/ 2903517 w 5767466"/>
              <a:gd name="connsiteY0" fmla="*/ 9 h 3581771"/>
              <a:gd name="connsiteX1" fmla="*/ 5767466 w 5767466"/>
              <a:gd name="connsiteY1" fmla="*/ 4616 h 3581771"/>
              <a:gd name="connsiteX2" fmla="*/ 5767466 w 5767466"/>
              <a:gd name="connsiteY2" fmla="*/ 3581771 h 3581771"/>
              <a:gd name="connsiteX3" fmla="*/ 0 w 5767466"/>
              <a:gd name="connsiteY3" fmla="*/ 3580000 h 3581771"/>
              <a:gd name="connsiteX4" fmla="*/ 2903517 w 5767466"/>
              <a:gd name="connsiteY4" fmla="*/ 9 h 358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466" h="3581771">
                <a:moveTo>
                  <a:pt x="2903517" y="9"/>
                </a:moveTo>
                <a:lnTo>
                  <a:pt x="5767466" y="4616"/>
                </a:lnTo>
                <a:lnTo>
                  <a:pt x="5767466" y="3581771"/>
                </a:lnTo>
                <a:lnTo>
                  <a:pt x="0" y="3580000"/>
                </a:lnTo>
                <a:cubicBezTo>
                  <a:pt x="0" y="3592751"/>
                  <a:pt x="2917953" y="-6366"/>
                  <a:pt x="2903517" y="9"/>
                </a:cubicBezTo>
                <a:close/>
              </a:path>
            </a:pathLst>
          </a:custGeom>
          <a:pattFill prst="pct4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lIns="1440000" rIns="216000" anchor="ctr">
            <a:noAutofit/>
          </a:bodyPr>
          <a:lstStyle>
            <a:lvl1pPr marL="0" indent="0" algn="r">
              <a:buNone/>
              <a:defRPr sz="1100" b="1">
                <a:solidFill>
                  <a:srgbClr val="987C4D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Isosceles Triangle">
            <a:extLst>
              <a:ext uri="{FF2B5EF4-FFF2-40B4-BE49-F238E27FC236}">
                <a16:creationId xmlns:a16="http://schemas.microsoft.com/office/drawing/2014/main" id="{4D2349F8-D27B-924F-C52F-449D8B51045E}"/>
              </a:ext>
            </a:extLst>
          </p:cNvPr>
          <p:cNvSpPr/>
          <p:nvPr/>
        </p:nvSpPr>
        <p:spPr>
          <a:xfrm flipV="1">
            <a:off x="7142513" y="5"/>
            <a:ext cx="3072867" cy="3428996"/>
          </a:xfrm>
          <a:custGeom>
            <a:avLst/>
            <a:gdLst>
              <a:gd name="connsiteX0" fmla="*/ 0 w 2257025"/>
              <a:gd name="connsiteY0" fmla="*/ 2571747 h 2571747"/>
              <a:gd name="connsiteX1" fmla="*/ 1128513 w 2257025"/>
              <a:gd name="connsiteY1" fmla="*/ 0 h 2571747"/>
              <a:gd name="connsiteX2" fmla="*/ 2257025 w 2257025"/>
              <a:gd name="connsiteY2" fmla="*/ 2571747 h 2571747"/>
              <a:gd name="connsiteX3" fmla="*/ 0 w 2257025"/>
              <a:gd name="connsiteY3" fmla="*/ 2571747 h 2571747"/>
              <a:gd name="connsiteX0" fmla="*/ 0 w 2304650"/>
              <a:gd name="connsiteY0" fmla="*/ 2571747 h 2571747"/>
              <a:gd name="connsiteX1" fmla="*/ 1128513 w 2304650"/>
              <a:gd name="connsiteY1" fmla="*/ 0 h 2571747"/>
              <a:gd name="connsiteX2" fmla="*/ 2304650 w 2304650"/>
              <a:gd name="connsiteY2" fmla="*/ 2571747 h 2571747"/>
              <a:gd name="connsiteX3" fmla="*/ 0 w 2304650"/>
              <a:gd name="connsiteY3" fmla="*/ 2571747 h 2571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650" h="2571747">
                <a:moveTo>
                  <a:pt x="0" y="2571747"/>
                </a:moveTo>
                <a:lnTo>
                  <a:pt x="1128513" y="0"/>
                </a:lnTo>
                <a:lnTo>
                  <a:pt x="2304650" y="2571747"/>
                </a:lnTo>
                <a:lnTo>
                  <a:pt x="0" y="2571747"/>
                </a:lnTo>
                <a:close/>
              </a:path>
            </a:pathLst>
          </a:custGeom>
          <a:solidFill>
            <a:srgbClr val="987C4D"/>
          </a:solidFill>
          <a:ln>
            <a:solidFill>
              <a:srgbClr val="987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Programme Title">
            <a:extLst>
              <a:ext uri="{FF2B5EF4-FFF2-40B4-BE49-F238E27FC236}">
                <a16:creationId xmlns:a16="http://schemas.microsoft.com/office/drawing/2014/main" id="{643337D3-A033-4780-B7A6-F4E21804B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493" y="1811554"/>
            <a:ext cx="6747440" cy="302787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 spc="-23" baseline="0">
                <a:solidFill>
                  <a:schemeClr val="bg1"/>
                </a:solidFill>
                <a:latin typeface="TradeGothic" panose="00000400000000000000" pitchFamily="2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9" name="ExD Logo">
            <a:extLst>
              <a:ext uri="{FF2B5EF4-FFF2-40B4-BE49-F238E27FC236}">
                <a16:creationId xmlns:a16="http://schemas.microsoft.com/office/drawing/2014/main" id="{6C44D892-8EE9-4342-AA66-1E9B8BCC89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492"/>
          <a:stretch/>
        </p:blipFill>
        <p:spPr>
          <a:xfrm>
            <a:off x="762009" y="417731"/>
            <a:ext cx="1949616" cy="736072"/>
          </a:xfrm>
          <a:prstGeom prst="rect">
            <a:avLst/>
          </a:prstGeom>
        </p:spPr>
      </p:pic>
      <p:sp>
        <p:nvSpPr>
          <p:cNvPr id="11" name="Presenter">
            <a:extLst>
              <a:ext uri="{FF2B5EF4-FFF2-40B4-BE49-F238E27FC236}">
                <a16:creationId xmlns:a16="http://schemas.microsoft.com/office/drawing/2014/main" id="{C84F122B-CEC5-437C-9397-197C2267B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493" y="5194571"/>
            <a:ext cx="6747440" cy="40711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>
                <a:solidFill>
                  <a:srgbClr val="00B0F0"/>
                </a:solidFill>
                <a:latin typeface="TradeGothic" panose="00000400000000000000" pitchFamily="2" charset="0"/>
              </a:defRPr>
            </a:lvl1pPr>
            <a:lvl2pPr marL="257156" indent="0" algn="ctr">
              <a:buNone/>
              <a:defRPr sz="1125"/>
            </a:lvl2pPr>
            <a:lvl3pPr marL="514313" indent="0" algn="ctr">
              <a:buNone/>
              <a:defRPr sz="1013"/>
            </a:lvl3pPr>
            <a:lvl4pPr marL="771468" indent="0" algn="ctr">
              <a:buNone/>
              <a:defRPr sz="900"/>
            </a:lvl4pPr>
            <a:lvl5pPr marL="1028624" indent="0" algn="ctr">
              <a:buNone/>
              <a:defRPr sz="900"/>
            </a:lvl5pPr>
            <a:lvl6pPr marL="1285779" indent="0" algn="ctr">
              <a:buNone/>
              <a:defRPr sz="900"/>
            </a:lvl6pPr>
            <a:lvl7pPr marL="1542935" indent="0" algn="ctr">
              <a:buNone/>
              <a:defRPr sz="900"/>
            </a:lvl7pPr>
            <a:lvl8pPr marL="1800090" indent="0" algn="ctr">
              <a:buNone/>
              <a:defRPr sz="900"/>
            </a:lvl8pPr>
            <a:lvl9pPr marL="2057246" indent="0" algn="ctr">
              <a:buNone/>
              <a:defRPr sz="900"/>
            </a:lvl9pPr>
          </a:lstStyle>
          <a:p>
            <a:r>
              <a:rPr lang="en-US" dirty="0"/>
              <a:t>Faculty</a:t>
            </a:r>
            <a:endParaRPr lang="en-GB" dirty="0"/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75A96414-7816-4C9E-83E2-A9C66F268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497" y="5662567"/>
            <a:ext cx="3516695" cy="40711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TradeGothic" panose="00000400000000000000" pitchFamily="2" charset="0"/>
              </a:defRPr>
            </a:lvl1pPr>
            <a:lvl2pPr marL="0" indent="0">
              <a:buNone/>
              <a:defRPr sz="1000">
                <a:solidFill>
                  <a:schemeClr val="bg1"/>
                </a:solidFill>
                <a:latin typeface="TradeGothic" panose="00000400000000000000" pitchFamily="2" charset="0"/>
              </a:defRPr>
            </a:lvl2pPr>
            <a:lvl3pPr marL="0" indent="0">
              <a:buNone/>
              <a:defRPr sz="788">
                <a:solidFill>
                  <a:srgbClr val="A8D4B3"/>
                </a:solidFill>
              </a:defRPr>
            </a:lvl3pPr>
            <a:lvl4pPr marL="0" indent="0">
              <a:buNone/>
              <a:defRPr sz="788">
                <a:solidFill>
                  <a:srgbClr val="A8D4B3"/>
                </a:solidFill>
              </a:defRPr>
            </a:lvl4pPr>
            <a:lvl5pPr marL="0" indent="0">
              <a:buNone/>
              <a:defRPr sz="788">
                <a:solidFill>
                  <a:srgbClr val="A8D4B3"/>
                </a:solidFill>
              </a:defRPr>
            </a:lvl5pPr>
          </a:lstStyle>
          <a:p>
            <a:pPr lvl="0"/>
            <a:r>
              <a:rPr lang="en-US" dirty="0"/>
              <a:t>Click to add date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84318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/ Subtitle /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0687910-70B9-4167-9FA7-CB508292D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28" y="350402"/>
            <a:ext cx="11438921" cy="651273"/>
          </a:xfrm>
        </p:spPr>
        <p:txBody>
          <a:bodyPr anchor="t">
            <a:noAutofit/>
          </a:bodyPr>
          <a:lstStyle>
            <a:lvl1pPr>
              <a:defRPr sz="2800" b="1" spc="-75" baseline="0">
                <a:solidFill>
                  <a:srgbClr val="002060"/>
                </a:solidFill>
                <a:latin typeface="TradeGothic" panose="00000400000000000000" pitchFamily="2" charset="0"/>
              </a:defRPr>
            </a:lvl1pPr>
          </a:lstStyle>
          <a:p>
            <a:r>
              <a:rPr lang="en-US" dirty="0"/>
              <a:t>Click to edit title, BOLD 28pts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D4AEF8D4-0462-03EF-3BAC-CD50315B3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829" y="6457523"/>
            <a:ext cx="603376" cy="227576"/>
          </a:xfrm>
          <a:prstGeom prst="rect">
            <a:avLst/>
          </a:prstGeom>
        </p:spPr>
        <p:txBody>
          <a:bodyPr/>
          <a:lstStyle>
            <a:lvl1pPr algn="ctr">
              <a:defRPr sz="750" b="1">
                <a:solidFill>
                  <a:schemeClr val="bg1"/>
                </a:solidFill>
                <a:latin typeface="TradeGothic LT Bold" panose="02000806050000020004" pitchFamily="2" charset="0"/>
              </a:defRPr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705A9E-60A8-D7C0-942F-05EEC8A43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4907" y="6538128"/>
            <a:ext cx="6379439" cy="227576"/>
          </a:xfrm>
          <a:prstGeom prst="rect">
            <a:avLst/>
          </a:prstGeom>
          <a:ln w="6350">
            <a:noFill/>
          </a:ln>
        </p:spPr>
        <p:txBody>
          <a:bodyPr lIns="36000" tIns="0" rIns="36000" bIns="0"/>
          <a:lstStyle>
            <a:lvl1pPr algn="l">
              <a:lnSpc>
                <a:spcPct val="90000"/>
              </a:lnSpc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3F49BE-F7A7-AC1C-3A02-EA47B5ED88F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224" y="1074573"/>
            <a:ext cx="11438920" cy="602117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1600" cap="none" spc="-30" baseline="0">
                <a:solidFill>
                  <a:srgbClr val="0070C0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subtitle style, 16pts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FC66B-2D53-A02E-E608-575C14433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833" y="1749586"/>
            <a:ext cx="11438467" cy="4170732"/>
          </a:xfrm>
        </p:spPr>
        <p:txBody>
          <a:bodyPr>
            <a:normAutofit/>
          </a:bodyPr>
          <a:lstStyle>
            <a:lvl1pPr marL="179996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75986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35977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59969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619960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styles, 16 pts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5264168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/ Content (White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0687910-70B9-4167-9FA7-CB508292D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28" y="350402"/>
            <a:ext cx="11438921" cy="651273"/>
          </a:xfrm>
        </p:spPr>
        <p:txBody>
          <a:bodyPr anchor="t">
            <a:noAutofit/>
          </a:bodyPr>
          <a:lstStyle>
            <a:lvl1pPr>
              <a:defRPr sz="2800" b="1" spc="-75" baseline="0">
                <a:solidFill>
                  <a:srgbClr val="002060"/>
                </a:solidFill>
                <a:latin typeface="TradeGothic" panose="00000400000000000000" pitchFamily="2" charset="0"/>
              </a:defRPr>
            </a:lvl1pPr>
          </a:lstStyle>
          <a:p>
            <a:r>
              <a:rPr lang="en-US" dirty="0"/>
              <a:t>Click to edit title, BOLD 28pts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D4AEF8D4-0462-03EF-3BAC-CD50315B3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829" y="6457523"/>
            <a:ext cx="603376" cy="227576"/>
          </a:xfrm>
          <a:prstGeom prst="rect">
            <a:avLst/>
          </a:prstGeom>
        </p:spPr>
        <p:txBody>
          <a:bodyPr/>
          <a:lstStyle>
            <a:lvl1pPr algn="ctr">
              <a:defRPr sz="750" b="1">
                <a:solidFill>
                  <a:schemeClr val="bg1"/>
                </a:solidFill>
                <a:latin typeface="TradeGothic LT Bold" panose="02000806050000020004" pitchFamily="2" charset="0"/>
              </a:defRPr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705A9E-60A8-D7C0-942F-05EEC8A43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4907" y="6538128"/>
            <a:ext cx="6379439" cy="227576"/>
          </a:xfrm>
          <a:prstGeom prst="rect">
            <a:avLst/>
          </a:prstGeom>
          <a:ln w="6350">
            <a:noFill/>
          </a:ln>
        </p:spPr>
        <p:txBody>
          <a:bodyPr lIns="36000" tIns="0" rIns="36000" bIns="0"/>
          <a:lstStyle>
            <a:lvl1pPr algn="l">
              <a:lnSpc>
                <a:spcPct val="90000"/>
              </a:lnSpc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AEA94D4-92A3-E6C2-A346-148E27E2F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833" y="1231902"/>
            <a:ext cx="11438467" cy="4688417"/>
          </a:xfrm>
        </p:spPr>
        <p:txBody>
          <a:bodyPr>
            <a:normAutofit/>
          </a:bodyPr>
          <a:lstStyle>
            <a:lvl1pPr marL="179996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75986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35977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59969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619960" indent="-251994">
              <a:buClr>
                <a:schemeClr val="tx1">
                  <a:lumMod val="75000"/>
                  <a:lumOff val="25000"/>
                </a:schemeClr>
              </a:buClr>
              <a:buFont typeface="Wingdings 2" panose="05020102010507070707" pitchFamily="18" charset="2"/>
              <a:buChar char="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styles, 16 pts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084602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8"/>
            <a:ext cx="109728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GB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4"/>
            <a:ext cx="109728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GB" altLang="en-US" dirty="0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latin typeface="+mj-lt"/>
              </a:defRPr>
            </a:lvl1pPr>
          </a:lstStyle>
          <a:p>
            <a:fld id="{45C3C01E-E814-43A7-997F-B5EE9E9548C6}" type="datetime1">
              <a:rPr lang="en-US" smtClean="0"/>
              <a:t>10/2/2026</a:t>
            </a:fld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>
                <a:latin typeface="TradeGothic" panose="00000400000000000000"/>
              </a:defRPr>
            </a:lvl1pPr>
          </a:lstStyle>
          <a:p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TradeGothic" panose="00000400000000000000"/>
              </a:defRPr>
            </a:lvl1pPr>
          </a:lstStyle>
          <a:p>
            <a:fld id="{9244D884-3DD3-4405-92AC-46C20CC30C62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pic>
        <p:nvPicPr>
          <p:cNvPr id="1028" name="Picture 4" descr="University Brand Identity | Singapore Management University ...">
            <a:extLst>
              <a:ext uri="{FF2B5EF4-FFF2-40B4-BE49-F238E27FC236}">
                <a16:creationId xmlns:a16="http://schemas.microsoft.com/office/drawing/2014/main" id="{88E2C555-E13C-D270-ACA3-C7773BB89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6194049"/>
            <a:ext cx="1703512" cy="66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92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3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TradeGothic" panose="0000040000000000000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hlink"/>
          </a:solidFill>
          <a:latin typeface="Garamond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50">
          <a:solidFill>
            <a:schemeClr val="tx1"/>
          </a:solidFill>
          <a:latin typeface="TradeGothic" panose="00000400000000000000"/>
          <a:ea typeface="+mn-ea"/>
          <a:cs typeface="+mn-cs"/>
        </a:defRPr>
      </a:lvl1pPr>
      <a:lvl2pPr marL="502444" indent="-24407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1950">
          <a:solidFill>
            <a:schemeClr val="tx1"/>
          </a:solidFill>
          <a:latin typeface="TradeGothic" panose="00000400000000000000"/>
        </a:defRPr>
      </a:lvl2pPr>
      <a:lvl3pPr marL="766763" indent="-263129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650">
          <a:solidFill>
            <a:schemeClr val="tx1"/>
          </a:solidFill>
          <a:latin typeface="TradeGothic" panose="00000400000000000000"/>
        </a:defRPr>
      </a:lvl3pPr>
      <a:lvl4pPr marL="1004888" indent="-23693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1500">
          <a:solidFill>
            <a:schemeClr val="tx1"/>
          </a:solidFill>
          <a:latin typeface="TradeGothic" panose="00000400000000000000"/>
        </a:defRPr>
      </a:lvl4pPr>
      <a:lvl5pPr marL="1260872" indent="-254794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TradeGothic" panose="00000400000000000000"/>
        </a:defRPr>
      </a:lvl5pPr>
      <a:lvl6pPr marL="1603772" indent="-254794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6pPr>
      <a:lvl7pPr marL="1946672" indent="-254794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7pPr>
      <a:lvl8pPr marL="2289572" indent="-254794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8pPr>
      <a:lvl9pPr marL="2632472" indent="-254794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3.0/" TargetMode="External"/><Relationship Id="rId2" Type="http://schemas.openxmlformats.org/officeDocument/2006/relationships/hyperlink" Target="https://www.picpedia.org/chalkboard/a/agenda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64541-development-web-shopping-business-e-commerce-design-onlin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fab.pubpub.org/pub/jp4dzc0x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girl-s-orange-dried-fruits-adults-baskets-blur-buy-commerce-wallpaper-uibko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3.0/" TargetMode="External"/><Relationship Id="rId2" Type="http://schemas.openxmlformats.org/officeDocument/2006/relationships/hyperlink" Target="https://inmadom-myenglishclass.blogspot.com/2011/03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deviantart.com/ixionx/art/Emo-Sad-Smiley-Wallpaper-128688750" TargetMode="External"/><Relationship Id="rId4" Type="http://schemas.openxmlformats.org/officeDocument/2006/relationships/image" Target="../media/image28.TC7EaxlPrgOsUl6tSXwwQT1FyJP7Sj860ES9F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study-impact-gender-differences-customer-satisfaction-case-educational-sphere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20/10/digital-marketing-strategy-a-must-for-every-small-business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reativecommons.org/licenses/by-nc-sa/3.0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icture containing outdoor, resort&#10;&#10;Description automatically generated">
            <a:extLst>
              <a:ext uri="{FF2B5EF4-FFF2-40B4-BE49-F238E27FC236}">
                <a16:creationId xmlns:a16="http://schemas.microsoft.com/office/drawing/2014/main" id="{A7933353-F102-7A14-9534-017E1ABD7C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F87ED9E-B2E7-D3C6-3F7B-DD12C546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730" b="1" dirty="0"/>
            </a:br>
            <a:r>
              <a:rPr lang="en-US" sz="3730" b="1" dirty="0"/>
              <a:t>AI-Powered Marketing</a:t>
            </a:r>
            <a:br>
              <a:rPr lang="en-US" sz="3730" b="1" dirty="0"/>
            </a:br>
            <a:br>
              <a:rPr lang="en-US" sz="3730" dirty="0"/>
            </a:br>
            <a:r>
              <a:rPr lang="en-US" sz="3730" dirty="0"/>
              <a:t>Dynamic Pricing</a:t>
            </a:r>
            <a:endParaRPr lang="en-SG" sz="373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E828A6C-1CD1-68C9-3947-6AF66BCA6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Ernst </a:t>
            </a:r>
            <a:r>
              <a:rPr lang="en-US" sz="2400" dirty="0" err="1"/>
              <a:t>Osinga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5649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735960" y="1034506"/>
            <a:ext cx="5256584" cy="3398044"/>
          </a:xfrm>
        </p:spPr>
        <p:txBody>
          <a:bodyPr wrap="square" anchor="t">
            <a:noAutofit/>
          </a:bodyPr>
          <a:lstStyle/>
          <a:p>
            <a:r>
              <a:rPr lang="en-US" sz="2900" dirty="0"/>
              <a:t>Pricing</a:t>
            </a:r>
          </a:p>
          <a:p>
            <a:r>
              <a:rPr lang="en-US" sz="2900" dirty="0"/>
              <a:t>Dynamic pricing</a:t>
            </a:r>
          </a:p>
          <a:p>
            <a:r>
              <a:rPr lang="en-US" sz="2900" dirty="0"/>
              <a:t>Data and algorithms</a:t>
            </a:r>
          </a:p>
          <a:p>
            <a:r>
              <a:rPr lang="en-US" sz="2900" dirty="0"/>
              <a:t>Legality and acceptance</a:t>
            </a:r>
          </a:p>
          <a:p>
            <a:r>
              <a:rPr lang="en-US" sz="2900" dirty="0"/>
              <a:t>Firm and consumer outcomes</a:t>
            </a:r>
          </a:p>
          <a:p>
            <a:r>
              <a:rPr lang="en-US" sz="2900" dirty="0"/>
              <a:t>Exercise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5539979"/>
            <a:ext cx="2133600" cy="342900"/>
          </a:xfrm>
        </p:spPr>
        <p:txBody>
          <a:bodyPr wrap="square" anchor="b">
            <a:normAutofit/>
          </a:bodyPr>
          <a:lstStyle/>
          <a:p>
            <a:pPr>
              <a:spcAft>
                <a:spcPts val="450"/>
              </a:spcAft>
            </a:pPr>
            <a:fld id="{9244D884-3DD3-4405-92AC-46C20CC30C62}" type="slidenum">
              <a:rPr lang="en-US" smtClean="0"/>
              <a:pPr>
                <a:spcAft>
                  <a:spcPts val="450"/>
                </a:spcAft>
              </a:pPr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8AF15-A6DF-D11C-B8CA-2B5F46611DF9}"/>
              </a:ext>
            </a:extLst>
          </p:cNvPr>
          <p:cNvSpPr txBox="1"/>
          <p:nvPr/>
        </p:nvSpPr>
        <p:spPr>
          <a:xfrm>
            <a:off x="2619834" y="3606383"/>
            <a:ext cx="1963999" cy="173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450"/>
              </a:spcAft>
            </a:pPr>
            <a:r>
              <a:rPr lang="en-SG" sz="525" dirty="0">
                <a:hlinkClick r:id="rId2" tooltip="https://www.picpedia.org/chalkboard/a/agenda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525" dirty="0"/>
              <a:t> by Unknown Author is licensed under </a:t>
            </a:r>
            <a:r>
              <a:rPr lang="en-SG" sz="525" dirty="0">
                <a:hlinkClick r:id="rId3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SG" sz="525" dirty="0"/>
          </a:p>
        </p:txBody>
      </p:sp>
      <p:pic>
        <p:nvPicPr>
          <p:cNvPr id="6" name="Picture 5" descr="A chalkboard with a word on it next to a pair of books&#10;&#10;Description automatically generated">
            <a:extLst>
              <a:ext uri="{FF2B5EF4-FFF2-40B4-BE49-F238E27FC236}">
                <a16:creationId xmlns:a16="http://schemas.microsoft.com/office/drawing/2014/main" id="{45E0DE26-9DFC-6D5A-4F85-EBEF606495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tretch>
            <a:fillRect/>
          </a:stretch>
        </p:blipFill>
        <p:spPr>
          <a:xfrm>
            <a:off x="611086" y="1412776"/>
            <a:ext cx="4017496" cy="2641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8451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424" y="1417643"/>
            <a:ext cx="6696744" cy="4825995"/>
          </a:xfrm>
        </p:spPr>
        <p:txBody>
          <a:bodyPr/>
          <a:lstStyle/>
          <a:p>
            <a:r>
              <a:rPr lang="en-US" sz="2800" dirty="0"/>
              <a:t>You should be able to:</a:t>
            </a:r>
          </a:p>
          <a:p>
            <a:pPr lvl="1"/>
            <a:r>
              <a:rPr lang="en-US" sz="2100" dirty="0"/>
              <a:t>Define dynamic pricing </a:t>
            </a:r>
          </a:p>
          <a:p>
            <a:pPr lvl="1"/>
            <a:r>
              <a:rPr lang="en-US" sz="2100" dirty="0"/>
              <a:t>Identify the data sources and algorithms that power dynamic pricing policies</a:t>
            </a:r>
          </a:p>
          <a:p>
            <a:pPr lvl="1"/>
            <a:r>
              <a:rPr lang="en-US" sz="2100" dirty="0"/>
              <a:t>Evaluate the legal and ethical boundaries of dynamic pricing</a:t>
            </a:r>
          </a:p>
          <a:p>
            <a:pPr lvl="1"/>
            <a:r>
              <a:rPr lang="en-US" sz="2100" dirty="0"/>
              <a:t>Discuss how "framing" changes consumer perception</a:t>
            </a:r>
          </a:p>
          <a:p>
            <a:pPr lvl="1"/>
            <a:r>
              <a:rPr lang="en-US" sz="2100" dirty="0"/>
              <a:t>Explain welfare implications for firms and consumers</a:t>
            </a:r>
          </a:p>
          <a:p>
            <a:pPr lvl="1"/>
            <a:r>
              <a:rPr lang="en-US" sz="2100" dirty="0"/>
              <a:t>Apply reinforcement-learning pricing logic in a simulation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E53BB-E2BF-61EA-EFA8-FA1935AE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292" y="2276872"/>
            <a:ext cx="3199284" cy="213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A551E-AB13-8665-FAB7-D50F273F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202A-F058-E6D5-2EBB-C239B475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9D5E-D21C-6434-81C4-94270F5C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417643"/>
            <a:ext cx="9001000" cy="4530725"/>
          </a:xfrm>
        </p:spPr>
        <p:txBody>
          <a:bodyPr/>
          <a:lstStyle/>
          <a:p>
            <a:pPr lvl="1">
              <a:spcBef>
                <a:spcPts val="0"/>
              </a:spcBef>
            </a:pPr>
            <a:r>
              <a:rPr lang="en-US" sz="2400" dirty="0"/>
              <a:t>Harvard Law Today</a:t>
            </a:r>
          </a:p>
          <a:p>
            <a:pPr lvl="2">
              <a:spcBef>
                <a:spcPts val="0"/>
              </a:spcBef>
            </a:pPr>
            <a:r>
              <a:rPr lang="en-US" sz="1800" dirty="0"/>
              <a:t>The Algorithm Thinks You’re Rich… (Delta and dynamic pricing)</a:t>
            </a:r>
          </a:p>
          <a:p>
            <a:pPr lvl="2">
              <a:spcBef>
                <a:spcPts val="0"/>
              </a:spcBef>
            </a:pPr>
            <a:endParaRPr lang="en-US" sz="700" dirty="0"/>
          </a:p>
          <a:p>
            <a:pPr lvl="1">
              <a:spcBef>
                <a:spcPts val="0"/>
              </a:spcBef>
            </a:pPr>
            <a:r>
              <a:rPr lang="en-SG" sz="2400" dirty="0"/>
              <a:t>Journal of Retailing</a:t>
            </a:r>
          </a:p>
          <a:p>
            <a:pPr lvl="2">
              <a:spcBef>
                <a:spcPts val="0"/>
              </a:spcBef>
            </a:pPr>
            <a:r>
              <a:rPr lang="en-US" sz="1800" dirty="0"/>
              <a:t>Dynamic Pricing: Definition, Implications for Managers, and Future Research Directions</a:t>
            </a:r>
          </a:p>
          <a:p>
            <a:pPr lvl="2">
              <a:spcBef>
                <a:spcPts val="0"/>
              </a:spcBef>
            </a:pPr>
            <a:endParaRPr lang="en-US" sz="700" dirty="0"/>
          </a:p>
          <a:p>
            <a:pPr lvl="1">
              <a:spcBef>
                <a:spcPts val="0"/>
              </a:spcBef>
            </a:pPr>
            <a:r>
              <a:rPr lang="en-US" sz="2400" dirty="0"/>
              <a:t>American Prospect</a:t>
            </a:r>
          </a:p>
          <a:p>
            <a:pPr lvl="2">
              <a:spcBef>
                <a:spcPts val="0"/>
              </a:spcBef>
            </a:pPr>
            <a:r>
              <a:rPr lang="en-US" sz="1800" dirty="0"/>
              <a:t>One Person, One Price</a:t>
            </a:r>
          </a:p>
          <a:p>
            <a:pPr lvl="2">
              <a:spcBef>
                <a:spcPts val="0"/>
              </a:spcBef>
            </a:pPr>
            <a:endParaRPr lang="en-US" sz="700" dirty="0"/>
          </a:p>
          <a:p>
            <a:pPr lvl="1">
              <a:spcBef>
                <a:spcPts val="0"/>
              </a:spcBef>
            </a:pPr>
            <a:r>
              <a:rPr lang="en-US" sz="2400" dirty="0"/>
              <a:t>Future of Privacy Forum</a:t>
            </a:r>
          </a:p>
          <a:p>
            <a:pPr lvl="2">
              <a:spcBef>
                <a:spcPts val="0"/>
              </a:spcBef>
            </a:pPr>
            <a:r>
              <a:rPr lang="en-US" sz="1800" dirty="0"/>
              <a:t>The Price Is Right: Responsible Uses of Personal Data in Pricing </a:t>
            </a:r>
          </a:p>
          <a:p>
            <a:pPr lvl="2">
              <a:spcBef>
                <a:spcPts val="0"/>
              </a:spcBef>
            </a:pPr>
            <a:endParaRPr lang="en-US" sz="700" dirty="0"/>
          </a:p>
          <a:p>
            <a:pPr lvl="1">
              <a:spcBef>
                <a:spcPts val="0"/>
              </a:spcBef>
            </a:pPr>
            <a:r>
              <a:rPr lang="en-US" sz="2400" dirty="0"/>
              <a:t>Journal of Political Economy</a:t>
            </a:r>
          </a:p>
          <a:p>
            <a:pPr lvl="2">
              <a:spcBef>
                <a:spcPts val="0"/>
              </a:spcBef>
            </a:pPr>
            <a:r>
              <a:rPr lang="en-US" sz="1800" dirty="0"/>
              <a:t>Personalized Pricing and Consumer Welfare</a:t>
            </a:r>
          </a:p>
          <a:p>
            <a:pPr lvl="2">
              <a:spcBef>
                <a:spcPts val="0"/>
              </a:spcBef>
            </a:pPr>
            <a:endParaRPr lang="en-US" sz="700" dirty="0"/>
          </a:p>
          <a:p>
            <a:pPr lvl="1">
              <a:spcBef>
                <a:spcPts val="0"/>
              </a:spcBef>
            </a:pPr>
            <a:r>
              <a:rPr lang="en-US" sz="2400" dirty="0"/>
              <a:t>Case</a:t>
            </a:r>
          </a:p>
          <a:p>
            <a:pPr lvl="2">
              <a:spcBef>
                <a:spcPts val="0"/>
              </a:spcBef>
            </a:pPr>
            <a:r>
              <a:rPr lang="en-SG" sz="1800" dirty="0"/>
              <a:t>Roast &amp; Reward: An AI Reinforcement Learning Simulation Game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765BA-A04C-6FE8-5FA3-33AF00FF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4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05E0-EC6C-8B74-DE93-D4E1E77C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95954DB-76E0-2CB4-E7C9-52E092EC1178}"/>
              </a:ext>
            </a:extLst>
          </p:cNvPr>
          <p:cNvSpPr txBox="1">
            <a:spLocks/>
          </p:cNvSpPr>
          <p:nvPr/>
        </p:nvSpPr>
        <p:spPr bwMode="auto">
          <a:xfrm>
            <a:off x="1055440" y="764775"/>
            <a:ext cx="4506494" cy="331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600" b="1" cap="all" spc="-150" baseline="0">
                <a:solidFill>
                  <a:schemeClr val="bg1"/>
                </a:solidFill>
                <a:latin typeface="TradeGothic" panose="00000400000000000000" pitchFamily="2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150">
                <a:solidFill>
                  <a:schemeClr val="hlink"/>
                </a:solidFill>
                <a:latin typeface="Garamond" pitchFamily="18" charset="0"/>
              </a:defRPr>
            </a:lvl9pPr>
          </a:lstStyle>
          <a:p>
            <a:br>
              <a:rPr lang="en-US" sz="4800" kern="0" dirty="0"/>
            </a:br>
            <a:br>
              <a:rPr lang="en-US" sz="4800" kern="0" dirty="0"/>
            </a:br>
            <a:r>
              <a:rPr lang="en-US" sz="4800" kern="0" dirty="0"/>
              <a:t>pricing</a:t>
            </a:r>
            <a:endParaRPr lang="en-SG" sz="4800" kern="0" dirty="0"/>
          </a:p>
        </p:txBody>
      </p:sp>
      <p:pic>
        <p:nvPicPr>
          <p:cNvPr id="7" name="Picture Placeholder 6" descr="Woman browsing store shelves">
            <a:extLst>
              <a:ext uri="{FF2B5EF4-FFF2-40B4-BE49-F238E27FC236}">
                <a16:creationId xmlns:a16="http://schemas.microsoft.com/office/drawing/2014/main" id="{A9AE2C80-9951-02F8-E705-2F4066695B1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8" r="178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186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A775-E499-5EF1-EE99-4950AA59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8AD5-2603-13DC-7574-3D1ABCDE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4Ps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CB986-96B6-F2FA-D0A5-CBD17366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7408" y="1995180"/>
            <a:ext cx="2286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sz="4200" dirty="0">
                <a:latin typeface="TradeGothic" panose="00000400000000000000"/>
              </a:rPr>
              <a:t>Product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Functionality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Appearance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Quality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Packaging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Brand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Warranty</a:t>
            </a:r>
          </a:p>
          <a:p>
            <a:pPr marL="0" lvl="1" defTabSz="452438">
              <a:defRPr sz="1400"/>
            </a:pPr>
            <a:r>
              <a:rPr lang="en-US" sz="2600" dirty="0">
                <a:latin typeface="TradeGothic" panose="00000400000000000000"/>
              </a:rPr>
              <a:t>Service /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3958" y="1988841"/>
            <a:ext cx="2328010" cy="27392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4200" dirty="0">
                <a:latin typeface="TradeGothic" panose="00000400000000000000"/>
              </a:rPr>
              <a:t>Price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List Price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Discounts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Allowances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Financing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Leasing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518" y="1988841"/>
            <a:ext cx="2969083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4200" dirty="0">
                <a:latin typeface="TradeGothic" panose="00000400000000000000"/>
              </a:rPr>
              <a:t>Place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Channel Members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Channel Motivation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Channel Coverage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Locations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Logistics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Service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2151" y="1988840"/>
            <a:ext cx="2571345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sz="4200" dirty="0">
                <a:latin typeface="TradeGothic" panose="00000400000000000000"/>
              </a:rPr>
              <a:t>Promotion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Advertising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Personal Selling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Public Relations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Message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Media</a:t>
            </a:r>
          </a:p>
          <a:p>
            <a:pPr marL="0" lvl="1">
              <a:defRPr sz="1400"/>
            </a:pPr>
            <a:r>
              <a:rPr sz="2600" dirty="0">
                <a:latin typeface="TradeGothic" panose="00000400000000000000"/>
              </a:rPr>
              <a:t>Budget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668775-89C1-2F37-B2EB-EE62102D7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12" y="1211312"/>
            <a:ext cx="777528" cy="77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g Price icon - Free Download PNG &amp; SVG | Streamline">
            <a:extLst>
              <a:ext uri="{FF2B5EF4-FFF2-40B4-BE49-F238E27FC236}">
                <a16:creationId xmlns:a16="http://schemas.microsoft.com/office/drawing/2014/main" id="{87FB0F8D-2D0A-64B7-FD1A-B83D31999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782" y="1211312"/>
            <a:ext cx="777528" cy="77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cation mark Icons &amp; Symbols">
            <a:extLst>
              <a:ext uri="{FF2B5EF4-FFF2-40B4-BE49-F238E27FC236}">
                <a16:creationId xmlns:a16="http://schemas.microsoft.com/office/drawing/2014/main" id="{D71D1610-A64B-10F8-6EF4-7281F1F5D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51" y="1211312"/>
            <a:ext cx="777528" cy="77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You'll Learn: Travel Business Training | The Travel Agents Academy">
            <a:extLst>
              <a:ext uri="{FF2B5EF4-FFF2-40B4-BE49-F238E27FC236}">
                <a16:creationId xmlns:a16="http://schemas.microsoft.com/office/drawing/2014/main" id="{9EE88CEE-96F5-B099-786D-60E11907A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376" y="1211313"/>
            <a:ext cx="777528" cy="777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70E106-C403-19D0-3320-A73CCC80F776}"/>
              </a:ext>
            </a:extLst>
          </p:cNvPr>
          <p:cNvSpPr/>
          <p:nvPr/>
        </p:nvSpPr>
        <p:spPr>
          <a:xfrm>
            <a:off x="1117386" y="5893631"/>
            <a:ext cx="2286000" cy="7000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Synthetic Market Research</a:t>
            </a:r>
            <a:endParaRPr lang="es-ES" sz="22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8B7A6-B642-CBCA-2870-EE61B697060E}"/>
              </a:ext>
            </a:extLst>
          </p:cNvPr>
          <p:cNvSpPr/>
          <p:nvPr/>
        </p:nvSpPr>
        <p:spPr>
          <a:xfrm>
            <a:off x="7693335" y="5165499"/>
            <a:ext cx="1499009" cy="45720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SEO/GEO</a:t>
            </a:r>
            <a:endParaRPr lang="es-ES" sz="2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2579A3-740F-D6A1-460C-7CE7059E4D3B}"/>
              </a:ext>
            </a:extLst>
          </p:cNvPr>
          <p:cNvSpPr/>
          <p:nvPr/>
        </p:nvSpPr>
        <p:spPr>
          <a:xfrm>
            <a:off x="9898901" y="5165499"/>
            <a:ext cx="1715369" cy="79208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AI-Powered Advertising</a:t>
            </a:r>
            <a:endParaRPr lang="es-ES" sz="22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ECDD1-8A7A-B8D7-9F15-557865BDABB6}"/>
              </a:ext>
            </a:extLst>
          </p:cNvPr>
          <p:cNvSpPr/>
          <p:nvPr/>
        </p:nvSpPr>
        <p:spPr>
          <a:xfrm>
            <a:off x="7615183" y="6137865"/>
            <a:ext cx="4020513" cy="56297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(Virtual) Influencer Marketing</a:t>
            </a:r>
            <a:endParaRPr lang="es-ES" sz="22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97423-0324-D611-4229-245AD47A4A27}"/>
              </a:ext>
            </a:extLst>
          </p:cNvPr>
          <p:cNvSpPr/>
          <p:nvPr/>
        </p:nvSpPr>
        <p:spPr>
          <a:xfrm>
            <a:off x="3281573" y="4936898"/>
            <a:ext cx="2328010" cy="45720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Dynamic pricing</a:t>
            </a:r>
            <a:endParaRPr lang="es-E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3484-4572-4FF7-2ECC-36E51BA6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Price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CAB1C-0541-B414-2BC1-D4B870A6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400" dirty="0"/>
              <a:t>Price directly affects revenue; promotion first generates a cost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Price-setting used to be at the individual customer level</a:t>
            </a:r>
          </a:p>
          <a:p>
            <a:pPr lvl="1"/>
            <a:r>
              <a:rPr lang="en-SG" sz="2200" dirty="0"/>
              <a:t>Pre-industrial haggling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“One price for everyone" was itself an innovation meant to build trust and simplify retail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We are now moving back toward individualized pricing, powered by data and algorithms</a:t>
            </a:r>
          </a:p>
          <a:p>
            <a:endParaRPr lang="en-S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3ACEA-8DA6-2A29-9E35-78B61657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3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48DA-E48F-8E01-B6B5-2F7EF0F3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Pricing Strategies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4074-5726-1B62-8A9C-97F8FC5D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54480"/>
            <a:ext cx="5334000" cy="4038600"/>
          </a:xfrm>
        </p:spPr>
        <p:txBody>
          <a:bodyPr/>
          <a:lstStyle/>
          <a:p>
            <a:pPr lvl="0"/>
            <a:r>
              <a:rPr lang="en-SG" b="1" dirty="0"/>
              <a:t>Cost-plus pricing</a:t>
            </a:r>
            <a:r>
              <a:rPr lang="en-SG" dirty="0"/>
              <a:t>: mark up cost by a fixed margin</a:t>
            </a:r>
          </a:p>
          <a:p>
            <a:pPr lvl="0"/>
            <a:endParaRPr lang="en-SG" b="1" dirty="0"/>
          </a:p>
          <a:p>
            <a:pPr lvl="0"/>
            <a:r>
              <a:rPr lang="en-SG" b="1" dirty="0"/>
              <a:t>Competitive pricing</a:t>
            </a:r>
            <a:r>
              <a:rPr lang="en-SG" dirty="0"/>
              <a:t>: match or undercut rivals</a:t>
            </a:r>
          </a:p>
          <a:p>
            <a:pPr lvl="0"/>
            <a:endParaRPr lang="en-SG" b="1" dirty="0"/>
          </a:p>
          <a:p>
            <a:pPr lvl="0"/>
            <a:r>
              <a:rPr lang="en-SG" b="1" dirty="0"/>
              <a:t>Value-based pricing</a:t>
            </a:r>
            <a:r>
              <a:rPr lang="en-SG" dirty="0"/>
              <a:t>: charge based on perceived customer value</a:t>
            </a:r>
          </a:p>
          <a:p>
            <a:pPr lvl="0"/>
            <a:endParaRPr lang="en-SG" b="1" dirty="0"/>
          </a:p>
          <a:p>
            <a:pPr lvl="0"/>
            <a:r>
              <a:rPr lang="en-SG" b="1" dirty="0"/>
              <a:t>Price discrimination (economics)</a:t>
            </a:r>
            <a:r>
              <a:rPr lang="en-SG" dirty="0"/>
              <a:t>: charge different prices to different segments</a:t>
            </a:r>
          </a:p>
          <a:p>
            <a:pPr lvl="0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C7346-411E-1EAF-AE0A-5575E8BA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Wooden blocks arranged as an ascending staircase labelled COST-PLUS, COMPETITIVE, VALUE-BASED and PREMIUM, with a hand placing a gold PRICING block on top, illustrating how pricing strategies build on one another."/>
          <p:cNvPicPr>
            <a:picLocks noChangeAspect="1"/>
          </p:cNvPicPr>
          <p:nvPr/>
        </p:nvPicPr>
        <p:blipFill>
          <a:blip r:embed="rId2"/>
          <a:srcRect t="7000"/>
          <a:stretch>
            <a:fillRect/>
          </a:stretch>
        </p:blipFill>
        <p:spPr>
          <a:xfrm>
            <a:off x="6860523" y="2132856"/>
            <a:ext cx="464567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946D-9417-B836-A9A9-AEFEDB74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Developments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1CA3-B74F-A8F4-B1C9-8F45947AB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7070576" cy="4530725"/>
          </a:xfrm>
        </p:spPr>
        <p:txBody>
          <a:bodyPr/>
          <a:lstStyle/>
          <a:p>
            <a:pPr lvl="0"/>
            <a:r>
              <a:rPr lang="en-SG" sz="2400" dirty="0"/>
              <a:t>Prices are instantly changeable online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Firms have access to real-time customer browsing and purchasing data</a:t>
            </a:r>
          </a:p>
          <a:p>
            <a:pPr lvl="0"/>
            <a:endParaRPr lang="en-SG" sz="2400" dirty="0"/>
          </a:p>
          <a:p>
            <a:r>
              <a:rPr lang="en-SG" sz="2400" dirty="0"/>
              <a:t>A/B tests can be easily rolled out</a:t>
            </a:r>
          </a:p>
          <a:p>
            <a:endParaRPr lang="en-SG" sz="2400" dirty="0"/>
          </a:p>
          <a:p>
            <a:r>
              <a:rPr lang="en-SG" sz="2400" dirty="0"/>
              <a:t>New algorithms have emerged and increased computing power means that they can be implemented at large 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D3EB9-B5EC-85EA-FD33-97231AD6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CA1AE0-5D10-C135-5D9D-5BDE17BD1E38}"/>
              </a:ext>
            </a:extLst>
          </p:cNvPr>
          <p:cNvGrpSpPr/>
          <p:nvPr/>
        </p:nvGrpSpPr>
        <p:grpSpPr>
          <a:xfrm>
            <a:off x="8256240" y="2132856"/>
            <a:ext cx="3063724" cy="3078736"/>
            <a:chOff x="7896200" y="2348880"/>
            <a:chExt cx="3063724" cy="30787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A935CC-9308-EA6C-D817-7F74995CE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7896200" y="2348880"/>
              <a:ext cx="3063724" cy="256490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320985-DA87-F6BC-6256-5412BF501D4F}"/>
                </a:ext>
              </a:extLst>
            </p:cNvPr>
            <p:cNvSpPr txBox="1"/>
            <p:nvPr/>
          </p:nvSpPr>
          <p:spPr>
            <a:xfrm>
              <a:off x="9168310" y="5058284"/>
              <a:ext cx="17916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900" dirty="0">
                  <a:hlinkClick r:id="rId3" tooltip="https://freepngimg.com/png/64541-development-web-shopping-business-e-commerce-design-online"/>
                </a:rPr>
                <a:t>This Photo</a:t>
              </a:r>
              <a:r>
                <a:rPr lang="en-SG" sz="900" dirty="0"/>
                <a:t> by Unknown Author is licensed under </a:t>
              </a:r>
              <a:r>
                <a:rPr lang="en-SG" sz="900" dirty="0">
                  <a:hlinkClick r:id="rId4" tooltip="https://creativecommons.org/licenses/by-nc/3.0/"/>
                </a:rPr>
                <a:t>CC BY-NC</a:t>
              </a:r>
              <a:endParaRPr lang="en-SG" sz="900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7986EB9-542E-C343-51C9-8A69449F8582}"/>
              </a:ext>
            </a:extLst>
          </p:cNvPr>
          <p:cNvSpPr/>
          <p:nvPr/>
        </p:nvSpPr>
        <p:spPr>
          <a:xfrm>
            <a:off x="5306710" y="5807410"/>
            <a:ext cx="3297553" cy="72435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Enter </a:t>
            </a:r>
            <a:r>
              <a:rPr lang="en-SG" sz="2200" b="1" dirty="0">
                <a:solidFill>
                  <a:schemeClr val="bg1"/>
                </a:solidFill>
              </a:rPr>
              <a:t>Dynamic Pricing</a:t>
            </a:r>
            <a:endParaRPr lang="es-ES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7E4EE83-BEBC-AC69-345B-C822A1CC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764775"/>
            <a:ext cx="4506494" cy="3312297"/>
          </a:xfrm>
        </p:spPr>
        <p:txBody>
          <a:bodyPr/>
          <a:lstStyle/>
          <a:p>
            <a:br>
              <a:rPr lang="en-US" sz="4800"/>
            </a:br>
            <a:br>
              <a:rPr lang="en-US" sz="4800"/>
            </a:br>
            <a:r>
              <a:rPr lang="en-US" sz="4800"/>
              <a:t>dynamic pricing</a:t>
            </a:r>
            <a:endParaRPr lang="en-SG" sz="48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D78D284-2B9F-52A2-D8B5-3BB6E3770EC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21894" t="-281" r="13684" b="281"/>
          <a:stretch>
            <a:fillRect/>
          </a:stretch>
        </p:blipFill>
        <p:spPr bwMode="auto">
          <a:custGeom>
            <a:avLst/>
            <a:gdLst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0 w 7446818"/>
              <a:gd name="connsiteY3" fmla="*/ 6858000 h 6858000"/>
              <a:gd name="connsiteX4" fmla="*/ 0 w 7446818"/>
              <a:gd name="connsiteY4" fmla="*/ 0 h 6858000"/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2230581 w 7446818"/>
              <a:gd name="connsiteY3" fmla="*/ 6858000 h 6858000"/>
              <a:gd name="connsiteX4" fmla="*/ 0 w 7446818"/>
              <a:gd name="connsiteY4" fmla="*/ 0 h 6858000"/>
              <a:gd name="connsiteX0" fmla="*/ 636486 w 5216237"/>
              <a:gd name="connsiteY0" fmla="*/ 0 h 6863644"/>
              <a:gd name="connsiteX1" fmla="*/ 5216237 w 5216237"/>
              <a:gd name="connsiteY1" fmla="*/ 5644 h 6863644"/>
              <a:gd name="connsiteX2" fmla="*/ 5216237 w 5216237"/>
              <a:gd name="connsiteY2" fmla="*/ 6863644 h 6863644"/>
              <a:gd name="connsiteX3" fmla="*/ 0 w 5216237"/>
              <a:gd name="connsiteY3" fmla="*/ 6863644 h 6863644"/>
              <a:gd name="connsiteX4" fmla="*/ 636486 w 5216237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171204 w 4579751"/>
              <a:gd name="connsiteY3" fmla="*/ 6863644 h 6863644"/>
              <a:gd name="connsiteX4" fmla="*/ 0 w 4579751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232278 w 4579751"/>
              <a:gd name="connsiteY3" fmla="*/ 6863644 h 6863644"/>
              <a:gd name="connsiteX4" fmla="*/ 0 w 4579751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954982 w 5302455"/>
              <a:gd name="connsiteY3" fmla="*/ 6863644 h 6863644"/>
              <a:gd name="connsiteX4" fmla="*/ 0 w 5302455"/>
              <a:gd name="connsiteY4" fmla="*/ 0 h 6863644"/>
              <a:gd name="connsiteX0" fmla="*/ 0 w 5302455"/>
              <a:gd name="connsiteY0" fmla="*/ 0 h 6877191"/>
              <a:gd name="connsiteX1" fmla="*/ 5302455 w 5302455"/>
              <a:gd name="connsiteY1" fmla="*/ 5644 h 6877191"/>
              <a:gd name="connsiteX2" fmla="*/ 5302455 w 5302455"/>
              <a:gd name="connsiteY2" fmla="*/ 6863644 h 6877191"/>
              <a:gd name="connsiteX3" fmla="*/ 2242457 w 5302455"/>
              <a:gd name="connsiteY3" fmla="*/ 6877191 h 6877191"/>
              <a:gd name="connsiteX4" fmla="*/ 0 w 5302455"/>
              <a:gd name="connsiteY4" fmla="*/ 0 h 6877191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8 w 5302455"/>
              <a:gd name="connsiteY3" fmla="*/ 6850098 h 6863644"/>
              <a:gd name="connsiteX4" fmla="*/ 0 w 5302455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9 w 5302455"/>
              <a:gd name="connsiteY3" fmla="*/ 6856872 h 6863644"/>
              <a:gd name="connsiteX4" fmla="*/ 0 w 5302455"/>
              <a:gd name="connsiteY4" fmla="*/ 0 h 6863644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1921823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2237370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64775"/>
              <a:gd name="connsiteX1" fmla="*/ 4981819 w 4981819"/>
              <a:gd name="connsiteY1" fmla="*/ 0 h 6864775"/>
              <a:gd name="connsiteX2" fmla="*/ 4981819 w 4981819"/>
              <a:gd name="connsiteY2" fmla="*/ 6858000 h 6864775"/>
              <a:gd name="connsiteX3" fmla="*/ 2267907 w 4981819"/>
              <a:gd name="connsiteY3" fmla="*/ 6864775 h 6864775"/>
              <a:gd name="connsiteX4" fmla="*/ 0 w 4981819"/>
              <a:gd name="connsiteY4" fmla="*/ 1129 h 686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1819" h="6864775">
                <a:moveTo>
                  <a:pt x="0" y="1129"/>
                </a:moveTo>
                <a:lnTo>
                  <a:pt x="4981819" y="0"/>
                </a:lnTo>
                <a:lnTo>
                  <a:pt x="4981819" y="6858000"/>
                </a:lnTo>
                <a:lnTo>
                  <a:pt x="2267907" y="6864775"/>
                </a:lnTo>
                <a:lnTo>
                  <a:pt x="0" y="1129"/>
                </a:lnTo>
                <a:close/>
              </a:path>
            </a:pathLst>
          </a:custGeom>
          <a:pattFill prst="pct40">
            <a:fgClr>
              <a:srgbClr val="808080"/>
            </a:fgClr>
            <a:bgClr>
              <a:srgbClr val="FFFFFF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94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Dynamic Pricing</a:t>
            </a:r>
            <a:endParaRPr lang="en-SG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800" dirty="0"/>
              <a:t>Price changes along 4 dimensions, the "4 Ps“ (</a:t>
            </a:r>
            <a:r>
              <a:rPr lang="en-SG" sz="2800" dirty="0" err="1"/>
              <a:t>Kopalle</a:t>
            </a:r>
            <a:r>
              <a:rPr lang="en-SG" sz="2800" dirty="0"/>
              <a:t> et al. 2023):</a:t>
            </a:r>
          </a:p>
          <a:p>
            <a:pPr lvl="1"/>
            <a:r>
              <a:rPr lang="en-SG" sz="2400" b="1" dirty="0"/>
              <a:t>People</a:t>
            </a:r>
            <a:r>
              <a:rPr lang="en-SG" sz="2400" dirty="0"/>
              <a:t> — individual consumers or segments</a:t>
            </a:r>
          </a:p>
          <a:p>
            <a:pPr lvl="1"/>
            <a:r>
              <a:rPr lang="en-SG" sz="2400" b="1" dirty="0"/>
              <a:t>Products</a:t>
            </a:r>
            <a:r>
              <a:rPr lang="en-SG" sz="2400" dirty="0"/>
              <a:t> — configurations/features/bundles</a:t>
            </a:r>
          </a:p>
          <a:p>
            <a:pPr lvl="1"/>
            <a:r>
              <a:rPr lang="en-SG" sz="2400" b="1" dirty="0"/>
              <a:t>Periods</a:t>
            </a:r>
            <a:r>
              <a:rPr lang="en-SG" sz="2400" dirty="0"/>
              <a:t> — time of day, season, demand cycle</a:t>
            </a:r>
          </a:p>
          <a:p>
            <a:pPr lvl="1"/>
            <a:r>
              <a:rPr lang="en-SG" sz="2400" b="1" dirty="0"/>
              <a:t>Places</a:t>
            </a:r>
            <a:r>
              <a:rPr lang="en-SG" sz="2400" dirty="0"/>
              <a:t> — geography/location/channel</a:t>
            </a:r>
          </a:p>
          <a:p>
            <a:pPr lvl="1"/>
            <a:endParaRPr lang="en-SG" sz="2000" dirty="0"/>
          </a:p>
          <a:p>
            <a:pPr lvl="0"/>
            <a:r>
              <a:rPr lang="en-SG" sz="2800" dirty="0"/>
              <a:t>Dynamic pricing as an umbrella term covering surge pricing, personalized pricing, markdown pricing, and geographic pricing</a:t>
            </a:r>
          </a:p>
          <a:p>
            <a:r>
              <a:rPr lang="en-SG" sz="2800" dirty="0"/>
              <a:t>Also covers surveillance pricing, a more critical term to describe personalized pricing based on tracked </a:t>
            </a:r>
            <a:r>
              <a:rPr lang="en-SG" sz="2800" dirty="0" err="1"/>
              <a:t>behavioral</a:t>
            </a:r>
            <a:r>
              <a:rPr lang="en-SG" sz="2800" dirty="0"/>
              <a:t>/personal data</a:t>
            </a:r>
          </a:p>
          <a:p>
            <a:pPr lvl="0"/>
            <a:endParaRPr lang="en-SG" sz="2800" dirty="0"/>
          </a:p>
          <a:p>
            <a:endParaRPr lang="en-S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B0775-111B-8ABA-80D7-D74816BB5459}"/>
              </a:ext>
            </a:extLst>
          </p:cNvPr>
          <p:cNvSpPr/>
          <p:nvPr/>
        </p:nvSpPr>
        <p:spPr>
          <a:xfrm>
            <a:off x="8256240" y="2708920"/>
            <a:ext cx="2736304" cy="93585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200" dirty="0">
                <a:solidFill>
                  <a:schemeClr val="bg1"/>
                </a:solidFill>
              </a:rPr>
              <a:t>Not to be mistaken with the main 4 Ps!</a:t>
            </a:r>
            <a:endParaRPr lang="es-ES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633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1683-FBAE-53E3-A91E-1D009AA2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Dynamic Pricing Ps</a:t>
            </a:r>
            <a:endParaRPr lang="en-SG" sz="4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1587D4-81FA-B3BB-98DB-54AF84802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866290"/>
              </p:ext>
            </p:extLst>
          </p:nvPr>
        </p:nvGraphicFramePr>
        <p:xfrm>
          <a:off x="609600" y="1866900"/>
          <a:ext cx="10887001" cy="2727960"/>
        </p:xfrm>
        <a:graphic>
          <a:graphicData uri="http://schemas.openxmlformats.org/drawingml/2006/table">
            <a:tbl>
              <a:tblPr/>
              <a:tblGrid>
                <a:gridCol w="1566475">
                  <a:extLst>
                    <a:ext uri="{9D8B030D-6E8A-4147-A177-3AD203B41FA5}">
                      <a16:colId xmlns:a16="http://schemas.microsoft.com/office/drawing/2014/main" val="2532742109"/>
                    </a:ext>
                  </a:extLst>
                </a:gridCol>
                <a:gridCol w="4660263">
                  <a:extLst>
                    <a:ext uri="{9D8B030D-6E8A-4147-A177-3AD203B41FA5}">
                      <a16:colId xmlns:a16="http://schemas.microsoft.com/office/drawing/2014/main" val="2625296915"/>
                    </a:ext>
                  </a:extLst>
                </a:gridCol>
                <a:gridCol w="4660263">
                  <a:extLst>
                    <a:ext uri="{9D8B030D-6E8A-4147-A177-3AD203B41FA5}">
                      <a16:colId xmlns:a16="http://schemas.microsoft.com/office/drawing/2014/main" val="41764056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1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Dimension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1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Possible questions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1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Example</a:t>
                      </a:r>
                    </a:p>
                  </a:txBody>
                  <a:tcPr marL="82550" marR="82550" marT="38100" marB="3810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04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People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Does this customer have higher willingness-to-pay?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Loyalty-tier pricing, </a:t>
                      </a:r>
                    </a:p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browsing history-based offers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Products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Does this configuration change value?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Bundled vs. à la carte airline fares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653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Periods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Is demand higher right now?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Surge pricing, hotel weekend rates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82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Places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Does location shift cost or value?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Regional grocery pricing, </a:t>
                      </a:r>
                    </a:p>
                    <a:p>
                      <a:pPr indent="0" algn="l">
                        <a:buNone/>
                      </a:pPr>
                      <a:r>
                        <a:rPr lang="en-SG" sz="2200" b="0" i="0" dirty="0">
                          <a:solidFill>
                            <a:schemeClr val="tx1"/>
                          </a:solidFill>
                          <a:effectLst/>
                          <a:latin typeface="TradeGothic" panose="00000400000000000000"/>
                        </a:rPr>
                        <a:t>geo-based delivery fees</a:t>
                      </a:r>
                    </a:p>
                  </a:txBody>
                  <a:tcPr marL="82550" marR="82550" marT="38100" marB="381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4039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F27AD-2D72-F8AC-A21D-5B2EA0CC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0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DA5-92F1-174F-4769-047773DF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Why Firms Adopt Dynamic Pricing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1FE80-8BC4-1F8F-74D8-069779F45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9158808" cy="4530725"/>
          </a:xfrm>
        </p:spPr>
        <p:txBody>
          <a:bodyPr/>
          <a:lstStyle/>
          <a:p>
            <a:pPr lvl="0"/>
            <a:r>
              <a:rPr lang="en-SG" sz="2800" dirty="0"/>
              <a:t>Maximize revenues and/or profits by capturing more of each customer's willingness-to-pay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Efficient allocation of scarce inventory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Personalize the shopping experience; improve engagement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Competitive necessity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97660-EEE0-1694-99B5-935A0066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Promo code banner with gift box. Vector flat illustration for concept of  sale, discount, coupon, promotion 41010087 Vector Art at Vecteezy">
            <a:extLst>
              <a:ext uri="{FF2B5EF4-FFF2-40B4-BE49-F238E27FC236}">
                <a16:creationId xmlns:a16="http://schemas.microsoft.com/office/drawing/2014/main" id="{502CF16B-D945-C3D0-DC5C-EA27DD06D09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12224" y="4509120"/>
            <a:ext cx="2876279" cy="158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0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A191-A609-3626-7911-C1C22602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Downsides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FF2E-648C-EF1F-0CEA-FDC2630D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400" dirty="0"/>
              <a:t>Implementation complexity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Need for AI/data expertise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Consumer backlash risk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Potential legal exposure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CF30C-F473-E734-B9E5-62CADEAB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5BEA7-DEE7-CCA7-7121-8CD330DD673F}"/>
              </a:ext>
            </a:extLst>
          </p:cNvPr>
          <p:cNvSpPr/>
          <p:nvPr/>
        </p:nvSpPr>
        <p:spPr>
          <a:xfrm>
            <a:off x="3071664" y="5577980"/>
            <a:ext cx="3816424" cy="86409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200" dirty="0"/>
              <a:t>How much personalization is optimal — and defensible?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4856B-E869-9A71-A253-E0E17A5F7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6" y="1551436"/>
            <a:ext cx="4743272" cy="288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A61FD-3998-7F81-924C-63006274588A}"/>
              </a:ext>
            </a:extLst>
          </p:cNvPr>
          <p:cNvSpPr txBox="1"/>
          <p:nvPr/>
        </p:nvSpPr>
        <p:spPr>
          <a:xfrm>
            <a:off x="8860260" y="4552745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Forbes.com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4974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2114-E539-20FE-59EC-536567FA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Delta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37CD6-9E3C-34F0-AB16-6809CFD28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4982344" cy="4530725"/>
          </a:xfrm>
        </p:spPr>
        <p:txBody>
          <a:bodyPr/>
          <a:lstStyle/>
          <a:p>
            <a:pPr lvl="0"/>
            <a:r>
              <a:rPr lang="en-SG" dirty="0"/>
              <a:t>Delta said it plans to “deploy AI-based revenue management technology across 20% of its domestic network”, prompting public and lawmaker backlash</a:t>
            </a:r>
          </a:p>
          <a:p>
            <a:pPr lvl="0"/>
            <a:endParaRPr lang="en-SG" dirty="0">
              <a:highlight>
                <a:srgbClr val="FFFF00"/>
              </a:highlight>
            </a:endParaRPr>
          </a:p>
          <a:p>
            <a:pPr lvl="0"/>
            <a:r>
              <a:rPr lang="en-SG" dirty="0"/>
              <a:t>Delta later assured US lawmakers it would not set personalized fares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DD8E-E15C-2CD1-C358-C0AE8E42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52CC7D-6EEA-D5E6-1EC7-1EA4EE91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1417643"/>
            <a:ext cx="5601764" cy="4530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4BAA32-F420-668D-3078-91AFC1573E6B}"/>
              </a:ext>
            </a:extLst>
          </p:cNvPr>
          <p:cNvSpPr txBox="1"/>
          <p:nvPr/>
        </p:nvSpPr>
        <p:spPr>
          <a:xfrm>
            <a:off x="9840416" y="618631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Reuters.com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1713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8AA2-296D-3033-719C-BAAF7C20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Uber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1271B-BE3E-6D6F-F3F7-5B047DAA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5126361" cy="4530725"/>
          </a:xfrm>
        </p:spPr>
        <p:txBody>
          <a:bodyPr/>
          <a:lstStyle/>
          <a:p>
            <a:pPr lvl="0"/>
            <a:r>
              <a:rPr lang="en-SG" sz="2200" dirty="0"/>
              <a:t>Uber prices rise algorithmically when demand for rides grows</a:t>
            </a:r>
          </a:p>
          <a:p>
            <a:pPr lvl="0"/>
            <a:endParaRPr lang="en-SG" sz="1800" dirty="0"/>
          </a:p>
          <a:p>
            <a:pPr lvl="0"/>
            <a:r>
              <a:rPr lang="en-SG" sz="2200" dirty="0"/>
              <a:t>Prices 4 times the normal rate during deadly cafe siege</a:t>
            </a:r>
          </a:p>
          <a:p>
            <a:pPr lvl="0"/>
            <a:endParaRPr lang="en-SG" sz="1800" dirty="0"/>
          </a:p>
          <a:p>
            <a:r>
              <a:rPr lang="en-SG" sz="2200" i="1" dirty="0"/>
              <a:t>"We didn't stop surge pricing immediately. This was the wrong decision. […] This [surge pricing] encourages more drivers to the area where people are requesting rides," when demand outstrips the supply of cars on the road, Uber said.</a:t>
            </a:r>
          </a:p>
          <a:p>
            <a:pPr lvl="0"/>
            <a:endParaRPr lang="en-SG" sz="2200" i="1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9129A-D4C9-52B2-222E-E457034B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2DC3A-D8CA-5132-1DED-64EC24C18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727071"/>
            <a:ext cx="4832673" cy="5290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709BEB-91F4-C034-5568-91F2786D2C99}"/>
              </a:ext>
            </a:extLst>
          </p:cNvPr>
          <p:cNvSpPr txBox="1"/>
          <p:nvPr/>
        </p:nvSpPr>
        <p:spPr>
          <a:xfrm>
            <a:off x="9768408" y="624363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bbc.com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54311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76D9-A17F-AD48-E440-62968EF9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RealPage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1CCA-DEF2-FEB6-EAD9-61DB7ADC1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endParaRPr lang="en-SG" dirty="0"/>
          </a:p>
          <a:p>
            <a:pPr lvl="0"/>
            <a:r>
              <a:rPr lang="en-SG" dirty="0"/>
              <a:t>The FTC and DOJ pursued RealPage, a software vendor whose algorithmic pricing tool allegedly enabled landlords to coordinate rent increases across a market</a:t>
            </a:r>
          </a:p>
          <a:p>
            <a:pPr lvl="0"/>
            <a:r>
              <a:rPr lang="en-SG" dirty="0"/>
              <a:t>DOJ sued in 2024 alleging the pricing scheme harmed millions of American renters;            a settlement followed later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7CC2-C8D8-D72C-0F1D-F94CC9A8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D5F4C2-C95B-E86F-56ED-BCEC6103F2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99456" y="1629672"/>
            <a:ext cx="9373908" cy="244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44A211-62A5-6D00-BC93-90DF0668412F}"/>
              </a:ext>
            </a:extLst>
          </p:cNvPr>
          <p:cNvSpPr txBox="1"/>
          <p:nvPr/>
        </p:nvSpPr>
        <p:spPr>
          <a:xfrm>
            <a:off x="9696400" y="624363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justice.gov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8876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314A-1762-A759-69C6-5FD126A8C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6378B899-4C3C-2D35-C377-B7E695140D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0800" y="6258560"/>
            <a:ext cx="474133" cy="599440"/>
          </a:xfrm>
        </p:spPr>
        <p:txBody>
          <a:bodyPr/>
          <a:lstStyle/>
          <a:p>
            <a:pPr>
              <a:spcAft>
                <a:spcPts val="600"/>
              </a:spcAft>
            </a:pPr>
            <a:fld id="{4A48E32F-25EE-44AB-A04E-86C2DF0210B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8B57FB6-8DD5-0BA7-9930-9F867145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764775"/>
            <a:ext cx="4506494" cy="3312297"/>
          </a:xfrm>
        </p:spPr>
        <p:txBody>
          <a:bodyPr/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data and algorithms</a:t>
            </a:r>
            <a:endParaRPr lang="en-SG" sz="4800" dirty="0"/>
          </a:p>
        </p:txBody>
      </p:sp>
      <p:pic>
        <p:nvPicPr>
          <p:cNvPr id="20" name="Picture Placeholder 19" descr="Abstract background of blue mesh and nodes">
            <a:extLst>
              <a:ext uri="{FF2B5EF4-FFF2-40B4-BE49-F238E27FC236}">
                <a16:creationId xmlns:a16="http://schemas.microsoft.com/office/drawing/2014/main" id="{9E931115-112F-346A-40A6-894B35C9272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8" r="228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95752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2B1E-6A02-6430-B29D-6F619D80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Data Sources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48CA-DF01-E21C-E60C-FFA19A20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800" dirty="0"/>
              <a:t>Own data</a:t>
            </a:r>
          </a:p>
          <a:p>
            <a:pPr lvl="1"/>
            <a:r>
              <a:rPr lang="en-SG" sz="2500" dirty="0"/>
              <a:t>Transactions, app/website </a:t>
            </a:r>
            <a:r>
              <a:rPr lang="en-SG" sz="2500" dirty="0" err="1"/>
              <a:t>behavior</a:t>
            </a:r>
            <a:r>
              <a:rPr lang="en-SG" sz="2500" dirty="0"/>
              <a:t>, loyalty accounts, customer service interactions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Data shared data through partnerships </a:t>
            </a:r>
          </a:p>
          <a:p>
            <a:pPr lvl="1"/>
            <a:r>
              <a:rPr lang="en-SG" sz="2500" dirty="0"/>
              <a:t>E.g., airline–hotel alliances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Data brokers</a:t>
            </a:r>
          </a:p>
          <a:p>
            <a:pPr lvl="1"/>
            <a:r>
              <a:rPr lang="en-SG" sz="2500" dirty="0"/>
              <a:t>Browsing, purchase, and demographic profiles across sites</a:t>
            </a:r>
          </a:p>
          <a:p>
            <a:pPr lvl="0"/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BD47-E874-67F4-778F-6376C19F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60DE48-4738-9597-4AE0-D0425ED2D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36160" y="2907694"/>
            <a:ext cx="3914018" cy="2350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F75E5-988D-1E01-0E84-95201DDA1442}"/>
              </a:ext>
            </a:extLst>
          </p:cNvPr>
          <p:cNvSpPr txBox="1"/>
          <p:nvPr/>
        </p:nvSpPr>
        <p:spPr>
          <a:xfrm>
            <a:off x="385111" y="7043112"/>
            <a:ext cx="31906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>
                <a:hlinkClick r:id="rId3" tooltip="https://scifab.pubpub.org/pub/jp4dzc0x"/>
              </a:rPr>
              <a:t>This Photo</a:t>
            </a:r>
            <a:r>
              <a:rPr lang="en-SG" sz="900"/>
              <a:t> by Unknown Author is licensed under </a:t>
            </a:r>
            <a:r>
              <a:rPr lang="en-SG" sz="900">
                <a:hlinkClick r:id="rId4" tooltip="https://creativecommons.org/licenses/by/3.0/"/>
              </a:rPr>
              <a:t>CC BY</a:t>
            </a:r>
            <a:endParaRPr lang="en-SG" sz="900"/>
          </a:p>
        </p:txBody>
      </p:sp>
    </p:spTree>
    <p:extLst>
      <p:ext uri="{BB962C8B-B14F-4D97-AF65-F5344CB8AC3E}">
        <p14:creationId xmlns:p14="http://schemas.microsoft.com/office/powerpoint/2010/main" val="2238724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CA1C-EF56-F18F-1E03-F6BB0BBE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Data (Non-Personal)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46DF-9703-19C3-A06E-277A7AC90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700" dirty="0"/>
              <a:t>Competitor prices (scraped or monitored in real time)</a:t>
            </a:r>
          </a:p>
          <a:p>
            <a:r>
              <a:rPr lang="en-SG" sz="2700" dirty="0"/>
              <a:t>Inventory levels and supply constraints</a:t>
            </a:r>
          </a:p>
          <a:p>
            <a:r>
              <a:rPr lang="en-SG" sz="2700" dirty="0"/>
              <a:t>Weather, local events, seasonality</a:t>
            </a:r>
          </a:p>
          <a:p>
            <a:r>
              <a:rPr lang="en-SG" sz="2700" dirty="0"/>
              <a:t>Aggregate demand signals and time-of-day patterns</a:t>
            </a:r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Possible applications</a:t>
            </a:r>
          </a:p>
          <a:p>
            <a:pPr lvl="1"/>
            <a:r>
              <a:rPr lang="en-SG" sz="2500" dirty="0"/>
              <a:t>Undercutting competitor prices</a:t>
            </a:r>
          </a:p>
          <a:p>
            <a:pPr lvl="1"/>
            <a:r>
              <a:rPr lang="en-SG" sz="2500" dirty="0"/>
              <a:t>Expiration-driven grocery discounts</a:t>
            </a:r>
          </a:p>
          <a:p>
            <a:pPr lvl="1"/>
            <a:r>
              <a:rPr lang="en-SG" sz="2500" dirty="0"/>
              <a:t>Holiday prices</a:t>
            </a:r>
          </a:p>
          <a:p>
            <a:pPr lvl="0"/>
            <a:endParaRPr lang="en-SG" sz="2800" dirty="0">
              <a:highlight>
                <a:srgbClr val="FFFF00"/>
              </a:highlight>
            </a:endParaRPr>
          </a:p>
          <a:p>
            <a:pPr lvl="0"/>
            <a:endParaRPr lang="en-SG" sz="2800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484F0-93B6-46C8-5F91-741C8879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CA02A-F069-F2DA-8F6C-71B65BC5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60096" y="4077072"/>
            <a:ext cx="2952328" cy="19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36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BB67-1B34-0D13-65B7-5D09E0E1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Data (Personal)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05C4F-D73B-0269-589E-E754399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5600000" cy="4530725"/>
          </a:xfrm>
        </p:spPr>
        <p:txBody>
          <a:bodyPr/>
          <a:lstStyle/>
          <a:p>
            <a:r>
              <a:rPr lang="en-SG" sz="2400" dirty="0"/>
              <a:t>Purchase history and browsing </a:t>
            </a:r>
            <a:r>
              <a:rPr lang="en-SG" sz="2400" dirty="0" err="1"/>
              <a:t>behavior</a:t>
            </a:r>
            <a:endParaRPr lang="en-SG" sz="2400" dirty="0"/>
          </a:p>
          <a:p>
            <a:pPr lvl="1"/>
            <a:r>
              <a:rPr lang="en-SG" sz="2400" dirty="0"/>
              <a:t>time spent on a page</a:t>
            </a:r>
          </a:p>
          <a:p>
            <a:pPr lvl="1"/>
            <a:r>
              <a:rPr lang="en-SG" sz="2400" dirty="0"/>
              <a:t>viewed items</a:t>
            </a:r>
          </a:p>
          <a:p>
            <a:pPr lvl="1"/>
            <a:r>
              <a:rPr lang="en-SG" sz="2400" dirty="0"/>
              <a:t>items in cart</a:t>
            </a:r>
          </a:p>
          <a:p>
            <a:r>
              <a:rPr lang="en-SG" sz="2400" dirty="0"/>
              <a:t>Geolocation (device-level)</a:t>
            </a:r>
          </a:p>
          <a:p>
            <a:r>
              <a:rPr lang="en-SG" sz="2400" dirty="0"/>
              <a:t>Loyalty program and account data</a:t>
            </a:r>
          </a:p>
          <a:p>
            <a:r>
              <a:rPr lang="en-SG" sz="2400" dirty="0"/>
              <a:t>Device type, referral source</a:t>
            </a:r>
          </a:p>
          <a:p>
            <a:r>
              <a:rPr lang="en-SG" sz="2400" dirty="0"/>
              <a:t>Demographic and inferred-interest data from data brokers</a:t>
            </a:r>
          </a:p>
          <a:p>
            <a:pPr lvl="0"/>
            <a:endParaRPr lang="en-SG" sz="2800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C117-6C40-B83D-DA4B-497DF7DA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BA9A6-128B-8B97-6497-108B8305B5A2}"/>
              </a:ext>
            </a:extLst>
          </p:cNvPr>
          <p:cNvSpPr/>
          <p:nvPr/>
        </p:nvSpPr>
        <p:spPr>
          <a:xfrm>
            <a:off x="6541356" y="5072602"/>
            <a:ext cx="4392488" cy="73551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200" dirty="0"/>
              <a:t>Growing focus on real-time data</a:t>
            </a:r>
          </a:p>
        </p:txBody>
      </p:sp>
      <p:pic>
        <p:nvPicPr>
          <p:cNvPr id="7" name="Picture 7" descr="Illustration of a smartphone sharing location data with companie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6303" y="1712696"/>
            <a:ext cx="3703309" cy="287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16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8AB8-309C-CF74-DA7F-2D8B6247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From Heuristics to Machine Learning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11BC-CF73-98C3-F1FF-4A21BD85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SG" sz="2400" dirty="0"/>
          </a:p>
          <a:p>
            <a:pPr lvl="0"/>
            <a:endParaRPr lang="en-SG" sz="2000" dirty="0"/>
          </a:p>
          <a:p>
            <a:pPr lvl="0"/>
            <a:r>
              <a:rPr lang="en-SG" sz="2800" dirty="0"/>
              <a:t>Naïve approach</a:t>
            </a:r>
          </a:p>
          <a:p>
            <a:pPr lvl="1"/>
            <a:r>
              <a:rPr lang="en-SG" sz="2400" dirty="0"/>
              <a:t>Use simple heuristics</a:t>
            </a:r>
          </a:p>
          <a:p>
            <a:pPr lvl="1"/>
            <a:r>
              <a:rPr lang="en-SG" sz="2400" dirty="0"/>
              <a:t>E.g., "if inventory &lt; X, raise price by Y%"</a:t>
            </a:r>
          </a:p>
          <a:p>
            <a:pPr lvl="0"/>
            <a:endParaRPr lang="en-SG" sz="2000" dirty="0"/>
          </a:p>
          <a:p>
            <a:pPr lvl="0"/>
            <a:r>
              <a:rPr lang="en-SG" sz="2800" dirty="0"/>
              <a:t>Machine learning</a:t>
            </a:r>
          </a:p>
          <a:p>
            <a:pPr lvl="1"/>
            <a:r>
              <a:rPr lang="en-SG" sz="2400" dirty="0"/>
              <a:t>Models that predict individual willingness-to-pay and optimal price points</a:t>
            </a:r>
          </a:p>
          <a:p>
            <a:pPr lvl="1"/>
            <a:r>
              <a:rPr lang="en-SG" sz="2400" dirty="0"/>
              <a:t>Machine learning</a:t>
            </a:r>
          </a:p>
          <a:p>
            <a:pPr lvl="1"/>
            <a:r>
              <a:rPr lang="en-SG" sz="2400" dirty="0"/>
              <a:t>Reinforcement learning</a:t>
            </a:r>
          </a:p>
          <a:p>
            <a:pPr lvl="0"/>
            <a:endParaRPr lang="en-SG" sz="2400" dirty="0"/>
          </a:p>
          <a:p>
            <a:endParaRPr lang="en-S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33CE8-2AD7-E814-354B-8B7E6AE8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22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DB306-903A-8674-24E0-5984DB2A3039}"/>
              </a:ext>
            </a:extLst>
          </p:cNvPr>
          <p:cNvSpPr/>
          <p:nvPr/>
        </p:nvSpPr>
        <p:spPr>
          <a:xfrm>
            <a:off x="1847528" y="1600204"/>
            <a:ext cx="7704856" cy="57606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000" dirty="0"/>
              <a:t>How do we dynamically set prices based on all these data points?</a:t>
            </a:r>
          </a:p>
        </p:txBody>
      </p:sp>
    </p:spTree>
    <p:extLst>
      <p:ext uri="{BB962C8B-B14F-4D97-AF65-F5344CB8AC3E}">
        <p14:creationId xmlns:p14="http://schemas.microsoft.com/office/powerpoint/2010/main" val="1136015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99B4-7505-3376-B842-79AF36DC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578C-58F1-06E1-DC8E-B48286DB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</a:rPr>
              <a:t>What Is Machine Learning?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5B0E7F-3974-0377-0794-2C5F21C68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280906"/>
              </p:ext>
            </p:extLst>
          </p:nvPr>
        </p:nvGraphicFramePr>
        <p:xfrm>
          <a:off x="5226175" y="476672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785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7FB7-7266-92F5-7384-087FB292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7D15-BC43-4749-4857-12CE64E1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</a:rPr>
              <a:t>Reinforcement 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1EE475-E246-02AD-3D4D-10DBAA8F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0" y="4194810"/>
            <a:ext cx="3188209" cy="17305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823895-B2D0-DA16-8ECB-680FA3F650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766805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0616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8D1F-B10E-7CD3-801B-3900F4FF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8238376D-230B-0842-CE7E-04993FD8C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2708920"/>
            <a:ext cx="3438906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TradeGothic" panose="00000400000000000000"/>
              </a:rPr>
              <a:t>Key Reinforcement Learning Concepts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6EB014-46A6-D0C8-13AB-B2A3AED75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80185"/>
              </p:ext>
            </p:extLst>
          </p:nvPr>
        </p:nvGraphicFramePr>
        <p:xfrm>
          <a:off x="5015880" y="2060848"/>
          <a:ext cx="6606040" cy="32004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34480">
                  <a:extLst>
                    <a:ext uri="{9D8B030D-6E8A-4147-A177-3AD203B41FA5}">
                      <a16:colId xmlns:a16="http://schemas.microsoft.com/office/drawing/2014/main" val="294222958"/>
                    </a:ext>
                  </a:extLst>
                </a:gridCol>
                <a:gridCol w="4671560">
                  <a:extLst>
                    <a:ext uri="{9D8B030D-6E8A-4147-A177-3AD203B41FA5}">
                      <a16:colId xmlns:a16="http://schemas.microsoft.com/office/drawing/2014/main" val="1055423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TradeGothic" panose="00000400000000000000"/>
                        </a:rPr>
                        <a:t>Term</a:t>
                      </a:r>
                      <a:endParaRPr lang="en-IN" sz="2400" dirty="0">
                        <a:latin typeface="TradeGothic" panose="000004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72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radeGothic" panose="00000400000000000000"/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7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29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Decision-maker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05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radeGothic" panose="00000400000000000000"/>
                        </a:rPr>
                        <a:t>World the agent interacts with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134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State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Current situation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913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radeGothic" panose="00000400000000000000"/>
                        </a:rPr>
                        <a:t>Choice made by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62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Reward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Feedback signal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Policy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E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radeGothic" panose="00000400000000000000"/>
                        </a:rPr>
                        <a:t>Strategy for selecting 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8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961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F123-3EDE-288B-43C9-29025D6B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9AC743E2-B0C6-FDE7-65A2-31F4B3A28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83" y="2852936"/>
            <a:ext cx="3755136" cy="16416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IN" sz="4000" b="1" dirty="0">
                <a:latin typeface="TradeGothic" panose="00000400000000000000"/>
              </a:rPr>
              <a:t>A Fundamental RL Trade-Off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effectLst/>
              <a:latin typeface="TradeGothic" panose="0000040000000000000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26D0C-BE7D-79F9-5482-D753E0BA2063}"/>
              </a:ext>
            </a:extLst>
          </p:cNvPr>
          <p:cNvSpPr txBox="1"/>
          <p:nvPr/>
        </p:nvSpPr>
        <p:spPr>
          <a:xfrm>
            <a:off x="1023256" y="5307764"/>
            <a:ext cx="10646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radeGothic" panose="00000400000000000000"/>
              </a:rPr>
              <a:t>Real-World Example</a:t>
            </a:r>
          </a:p>
          <a:p>
            <a:pPr>
              <a:buNone/>
            </a:pPr>
            <a:r>
              <a:rPr lang="en-US" sz="2400" dirty="0">
                <a:latin typeface="TradeGothic" panose="00000400000000000000"/>
              </a:rPr>
              <a:t>A business testing new pricing strategies while continuing proven strategies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85F5AED7-84A7-6CF2-78B5-36E47D0749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194967"/>
              </p:ext>
            </p:extLst>
          </p:nvPr>
        </p:nvGraphicFramePr>
        <p:xfrm>
          <a:off x="4007768" y="951167"/>
          <a:ext cx="5216237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24765A44-912C-7B0D-7041-E7E5E0A09D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16468"/>
              </p:ext>
            </p:extLst>
          </p:nvPr>
        </p:nvGraphicFramePr>
        <p:xfrm>
          <a:off x="7536160" y="1161288"/>
          <a:ext cx="5250244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59331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E46A1D-C4C9-74BB-9786-D2BE826E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2132856"/>
            <a:ext cx="3602736" cy="35547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</a:rPr>
              <a:t>Sequential Decision-Making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5A051E9-7C18-42CA-1E12-AA09B4E68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920012"/>
              </p:ext>
            </p:extLst>
          </p:nvPr>
        </p:nvGraphicFramePr>
        <p:xfrm>
          <a:off x="5087888" y="548680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C228DA93-288D-BB1A-A645-E064DDE86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4631181"/>
            <a:ext cx="3755136" cy="16416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sz="2400" dirty="0">
                <a:latin typeface="TradeGothic" panose="00000400000000000000"/>
              </a:rPr>
              <a:t>How is RL different?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TradeGothic" panose="000004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069005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5590B-136F-31DD-C4E5-A6789827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FC18B7-4F87-4636-9D4E-C4F15511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953928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</a:rPr>
              <a:t>Business Applications of RL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B5571D3-3A1F-F7A6-8299-A87D1C45A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92" y="4375276"/>
            <a:ext cx="3755136" cy="16416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3" name="TextBox 2">
            <a:extLst>
              <a:ext uri="{FF2B5EF4-FFF2-40B4-BE49-F238E27FC236}">
                <a16:creationId xmlns:a16="http://schemas.microsoft.com/office/drawing/2014/main" id="{86A7B230-5E27-EEAD-C15A-F0ABA00B8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107331"/>
              </p:ext>
            </p:extLst>
          </p:nvPr>
        </p:nvGraphicFramePr>
        <p:xfrm>
          <a:off x="4799856" y="337185"/>
          <a:ext cx="6364224" cy="5612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1718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2E84-EC37-1C37-AD98-19CDB46C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60042D8-DAAF-049F-E0B7-CA6B7733B5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0800" y="6258560"/>
            <a:ext cx="474133" cy="599440"/>
          </a:xfrm>
        </p:spPr>
        <p:txBody>
          <a:bodyPr/>
          <a:lstStyle/>
          <a:p>
            <a:pPr>
              <a:spcAft>
                <a:spcPts val="600"/>
              </a:spcAft>
            </a:pPr>
            <a:fld id="{4A48E32F-25EE-44AB-A04E-86C2DF0210B3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B3136DA-2059-A650-021C-7D564500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764775"/>
            <a:ext cx="4506494" cy="3312297"/>
          </a:xfrm>
        </p:spPr>
        <p:txBody>
          <a:bodyPr/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legality and acceptance</a:t>
            </a:r>
            <a:endParaRPr lang="en-SG" sz="4800" dirty="0"/>
          </a:p>
        </p:txBody>
      </p:sp>
      <p:pic>
        <p:nvPicPr>
          <p:cNvPr id="6" name="Picture Placeholder 5" descr="Scales of justice on blue background">
            <a:extLst>
              <a:ext uri="{FF2B5EF4-FFF2-40B4-BE49-F238E27FC236}">
                <a16:creationId xmlns:a16="http://schemas.microsoft.com/office/drawing/2014/main" id="{3A91A031-0447-9AF3-7170-4E975F183C5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8" r="178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2213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C9C2-B7DB-A0BB-09B6-E0DF1E9E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Shifting Regulatory Landscape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7068F-B0A0-6BC0-13EE-8375B9AF3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5071051" cy="4530725"/>
          </a:xfrm>
        </p:spPr>
        <p:txBody>
          <a:bodyPr/>
          <a:lstStyle/>
          <a:p>
            <a:pPr lvl="0"/>
            <a:r>
              <a:rPr lang="en-SG" dirty="0"/>
              <a:t>The FTC issued 6(b) orders to eight major companies in 2024 to study "surveillance pricing" practices</a:t>
            </a:r>
          </a:p>
          <a:p>
            <a:pPr lvl="0"/>
            <a:endParaRPr lang="en-SG" dirty="0"/>
          </a:p>
          <a:p>
            <a:pPr lvl="0"/>
            <a:r>
              <a:rPr lang="en-SG" dirty="0"/>
              <a:t>US Senate Banking Committee demanded answers from Amazon and Walmart on their use of "so-called dynamic pricing" </a:t>
            </a:r>
          </a:p>
          <a:p>
            <a:pPr lvl="0"/>
            <a:endParaRPr lang="en-SG" dirty="0"/>
          </a:p>
          <a:p>
            <a:pPr lvl="0"/>
            <a:r>
              <a:rPr lang="en-SG" dirty="0"/>
              <a:t>Multiple US states have begun passing algorithmic pricing disclosure laws in 2025–2026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BCC5-BE26-DCD3-9CA2-2C495E0B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B5B6F-DEC6-DD6B-EFC2-7A674DBF7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1775533"/>
            <a:ext cx="5774432" cy="37656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5FE62-7579-E11E-A236-BC02D706644D}"/>
              </a:ext>
            </a:extLst>
          </p:cNvPr>
          <p:cNvSpPr txBox="1"/>
          <p:nvPr/>
        </p:nvSpPr>
        <p:spPr>
          <a:xfrm>
            <a:off x="9768408" y="5707730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gizmodo.com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7204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AC35-617A-7F34-6322-9BF6E237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4400" dirty="0"/>
              <a:t>Algorithmic Pricing </a:t>
            </a:r>
            <a:r>
              <a:rPr lang="en-US" sz="4200" dirty="0"/>
              <a:t>Disclosure Laws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B4818-B980-875F-5E51-BD9790E5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800" dirty="0"/>
              <a:t>New York's Algorithmic Pricing Disclosure Act requires</a:t>
            </a:r>
          </a:p>
          <a:p>
            <a:pPr lvl="1"/>
            <a:r>
              <a:rPr lang="en-SG" sz="2600" i="1" dirty="0"/>
              <a:t>"THIS PRICE WAS SET BY AN ALGORITHM USING YOUR PERSONAL DATA“</a:t>
            </a:r>
            <a:endParaRPr lang="en-SG" sz="2800" dirty="0"/>
          </a:p>
          <a:p>
            <a:pPr lvl="0"/>
            <a:endParaRPr lang="en-SG" sz="2800" dirty="0"/>
          </a:p>
          <a:p>
            <a:pPr lvl="0"/>
            <a:r>
              <a:rPr lang="en-SG" sz="2800" dirty="0"/>
              <a:t>Connecticut's law requires a "readily visible" disclosure whenever personal data raises a price</a:t>
            </a:r>
          </a:p>
          <a:p>
            <a:pPr lvl="1"/>
            <a:r>
              <a:rPr lang="en-SG" sz="2600" i="1" dirty="0"/>
              <a:t>"THIS PRICE WAS INCREASED USING YOUR PERSONAL DATA“ (or similar)</a:t>
            </a:r>
            <a:endParaRPr lang="en-SG" sz="2600" dirty="0"/>
          </a:p>
          <a:p>
            <a:pPr marL="0" lvl="0" indent="0">
              <a:buNone/>
            </a:pPr>
            <a:endParaRPr lang="en-SG" sz="2800" dirty="0"/>
          </a:p>
          <a:p>
            <a:pPr lvl="0"/>
            <a:r>
              <a:rPr lang="en-SG" sz="2800" dirty="0"/>
              <a:t>Many other states have passed or have pending laws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C4357-B21D-095F-EFC7-20CB9B2D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49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4C620-8789-15D5-951F-85DE69FA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Algorithmic Collusion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CF23-1EE1-22BB-BCBB-7410488B0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400" dirty="0"/>
              <a:t>Multiple competitors may feed data into the same third-party pricing algorithm </a:t>
            </a:r>
          </a:p>
          <a:p>
            <a:pPr lvl="1"/>
            <a:r>
              <a:rPr lang="en-SG" sz="2000" dirty="0"/>
              <a:t>As alleged with RealPage in rental housing</a:t>
            </a:r>
          </a:p>
          <a:p>
            <a:pPr lvl="0"/>
            <a:r>
              <a:rPr lang="en-SG" sz="2400" dirty="0"/>
              <a:t>Independent pricing can turn into coordinated price-fixing 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Firms must audit whether shared vendors/algorithms create (possibly unintended) anticompetitive outcomes 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DOJ's case against RealPage treats algorithmic rent-setting software as a potential price-fixing scheme when it aggregates competitors' private data to recommend prices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2DD13-77A5-2529-58F7-C5BC1297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5AAC7-020C-86CB-0151-25573B212931}"/>
              </a:ext>
            </a:extLst>
          </p:cNvPr>
          <p:cNvSpPr/>
          <p:nvPr/>
        </p:nvSpPr>
        <p:spPr>
          <a:xfrm>
            <a:off x="3192984" y="5736728"/>
            <a:ext cx="5544616" cy="73551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200" dirty="0"/>
              <a:t>This goes beyond individual firm </a:t>
            </a:r>
            <a:r>
              <a:rPr lang="en-SG" sz="2200" dirty="0" err="1"/>
              <a:t>behavior</a:t>
            </a:r>
            <a:r>
              <a:rPr lang="en-SG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5818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BC28-EB53-3E3F-961B-561D2DB8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Framing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E4B96-254C-F84D-FC86-5F41BFF6C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800" dirty="0"/>
              <a:t>Consider two identical outcomes for the same product:</a:t>
            </a:r>
          </a:p>
          <a:p>
            <a:pPr lvl="1"/>
            <a:r>
              <a:rPr lang="en-SG" sz="2400" b="1" dirty="0"/>
              <a:t>Frame A</a:t>
            </a:r>
            <a:r>
              <a:rPr lang="en-SG" sz="2400" dirty="0"/>
              <a:t>: "Your price is $120" (a </a:t>
            </a:r>
            <a:r>
              <a:rPr lang="en-SG" sz="2400" i="1" dirty="0"/>
              <a:t>different, higher</a:t>
            </a:r>
            <a:r>
              <a:rPr lang="en-SG" sz="2400" dirty="0"/>
              <a:t> posted price than another shopper's $100)</a:t>
            </a:r>
          </a:p>
          <a:p>
            <a:pPr lvl="1"/>
            <a:r>
              <a:rPr lang="en-SG" sz="2400" b="1" dirty="0"/>
              <a:t>Frame B</a:t>
            </a:r>
            <a:r>
              <a:rPr lang="en-SG" sz="2400" dirty="0"/>
              <a:t>: "You get a $20 discount" vs. another shopper's "$40 discount" (both start from a $140 list price)</a:t>
            </a:r>
          </a:p>
          <a:p>
            <a:pPr lvl="1"/>
            <a:endParaRPr lang="en-SG" sz="1000" dirty="0"/>
          </a:p>
          <a:p>
            <a:pPr lvl="0"/>
            <a:r>
              <a:rPr lang="en-SG" sz="2800" dirty="0"/>
              <a:t>Personalized discounts (coupons, first-visit offers, loyalty rewards) are viewed more positively</a:t>
            </a:r>
          </a:p>
          <a:p>
            <a:pPr lvl="0"/>
            <a:endParaRPr lang="en-SG" sz="1000" dirty="0"/>
          </a:p>
          <a:p>
            <a:pPr lvl="0"/>
            <a:r>
              <a:rPr lang="en-SG" sz="2800" dirty="0"/>
              <a:t>A personalized higher price for the identical product feels like discrimination or exploitation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2F0B6-767A-955C-9262-66E70A6B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66AE1-F55B-4E47-1BFE-4ACA41B5710F}"/>
              </a:ext>
            </a:extLst>
          </p:cNvPr>
          <p:cNvSpPr/>
          <p:nvPr/>
        </p:nvSpPr>
        <p:spPr>
          <a:xfrm>
            <a:off x="6121772" y="5854454"/>
            <a:ext cx="2160240" cy="55294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200" dirty="0"/>
              <a:t>Framing effect!</a:t>
            </a:r>
          </a:p>
        </p:txBody>
      </p:sp>
    </p:spTree>
    <p:extLst>
      <p:ext uri="{BB962C8B-B14F-4D97-AF65-F5344CB8AC3E}">
        <p14:creationId xmlns:p14="http://schemas.microsoft.com/office/powerpoint/2010/main" val="952101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5ED8-ADC2-7E40-7D85-7297677D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Framing (contd.)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94EC-927F-C49F-2980-2E83F6E35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4"/>
            <a:ext cx="10972800" cy="4530725"/>
          </a:xfrm>
        </p:spPr>
        <p:txBody>
          <a:bodyPr/>
          <a:lstStyle/>
          <a:p>
            <a:pPr lvl="0"/>
            <a:r>
              <a:rPr lang="en-SG" sz="2400" dirty="0"/>
              <a:t>Consumers assume a "fair" reference price exists</a:t>
            </a:r>
          </a:p>
          <a:p>
            <a:pPr lvl="1"/>
            <a:r>
              <a:rPr lang="en-SG" sz="2000" dirty="0"/>
              <a:t>A discount respects that reference price, </a:t>
            </a:r>
          </a:p>
          <a:p>
            <a:pPr lvl="1"/>
            <a:r>
              <a:rPr lang="en-SG" sz="2000" dirty="0"/>
              <a:t>A different price violates it (unfair!)</a:t>
            </a:r>
          </a:p>
          <a:p>
            <a:pPr lvl="0"/>
            <a:endParaRPr lang="en-SG" sz="1800" dirty="0">
              <a:highlight>
                <a:srgbClr val="FFFF00"/>
              </a:highlight>
            </a:endParaRPr>
          </a:p>
          <a:p>
            <a:pPr lvl="0"/>
            <a:r>
              <a:rPr lang="en-SG" sz="2400" dirty="0"/>
              <a:t>Algorithm pricing disclosure laws (Connecticut, NJ) specifically target situations where dynamic pricing increases a price</a:t>
            </a:r>
          </a:p>
          <a:p>
            <a:pPr lvl="0"/>
            <a:r>
              <a:rPr lang="en-SG" sz="2400" dirty="0"/>
              <a:t>Also,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424F1-9886-F7B4-6A9D-0F10E110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B68C05-C348-3A81-6FBA-03CB34A0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4009234"/>
            <a:ext cx="8864329" cy="23042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26AF2F-84C0-F6E5-A978-F08F4E2CA95B}"/>
              </a:ext>
            </a:extLst>
          </p:cNvPr>
          <p:cNvSpPr txBox="1"/>
          <p:nvPr/>
        </p:nvSpPr>
        <p:spPr>
          <a:xfrm>
            <a:off x="863434" y="5633286"/>
            <a:ext cx="99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ecfr.gov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7514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447B-2BEE-0FF0-594C-63D883A8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Recommendations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9FF6A-1293-9073-0EDA-B6F270B2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dirty="0"/>
              <a:t>Map and track collection and use of data for pricing decisions</a:t>
            </a:r>
          </a:p>
          <a:p>
            <a:pPr>
              <a:spcAft>
                <a:spcPts val="1800"/>
              </a:spcAft>
            </a:pPr>
            <a:r>
              <a:rPr lang="en-US" dirty="0"/>
              <a:t>Establish policies around what data are permitted for pricing decisions</a:t>
            </a:r>
          </a:p>
          <a:p>
            <a:pPr>
              <a:spcAft>
                <a:spcPts val="1800"/>
              </a:spcAft>
            </a:pPr>
            <a:r>
              <a:rPr lang="en-US" dirty="0"/>
              <a:t>Test for unintended biases of pricing data and algorithms</a:t>
            </a:r>
          </a:p>
          <a:p>
            <a:pPr>
              <a:spcAft>
                <a:spcPts val="1800"/>
              </a:spcAft>
            </a:pPr>
            <a:r>
              <a:rPr lang="en-SG" dirty="0"/>
              <a:t>Provide clear disclosure to consumers about how data informs pricing</a:t>
            </a:r>
          </a:p>
          <a:p>
            <a:pPr>
              <a:spcAft>
                <a:spcPts val="1800"/>
              </a:spcAft>
            </a:pPr>
            <a:r>
              <a:rPr lang="en-SG" dirty="0"/>
              <a:t>Ensure that personalized discounts exist in relation to real baseline prices</a:t>
            </a:r>
          </a:p>
          <a:p>
            <a:pPr>
              <a:spcAft>
                <a:spcPts val="1800"/>
              </a:spcAft>
            </a:pPr>
            <a:r>
              <a:rPr lang="en-SG" dirty="0"/>
              <a:t>Implement stronger safeguards around pricing for essential products</a:t>
            </a:r>
          </a:p>
          <a:p>
            <a:pPr>
              <a:spcAft>
                <a:spcPts val="1800"/>
              </a:spcAft>
            </a:pPr>
            <a:r>
              <a:rPr lang="en-SG" dirty="0"/>
              <a:t>Ensure alignment on pricing-related policies with vendors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3D2F-74B3-259E-1ABD-B9D9B92E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45FC6-F4FD-52CA-7FB2-CCFAF2F243DA}"/>
              </a:ext>
            </a:extLst>
          </p:cNvPr>
          <p:cNvSpPr/>
          <p:nvPr/>
        </p:nvSpPr>
        <p:spPr>
          <a:xfrm>
            <a:off x="9264352" y="881068"/>
            <a:ext cx="2062460" cy="84638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SG" sz="2200" dirty="0"/>
              <a:t>See “The Price is Right” article</a:t>
            </a:r>
          </a:p>
        </p:txBody>
      </p:sp>
    </p:spTree>
    <p:extLst>
      <p:ext uri="{BB962C8B-B14F-4D97-AF65-F5344CB8AC3E}">
        <p14:creationId xmlns:p14="http://schemas.microsoft.com/office/powerpoint/2010/main" val="3439118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7DE9-DA19-CB4C-4702-B13E2EAE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BF7052F-C4DF-92EF-50D2-5E1287577D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0800" y="6258560"/>
            <a:ext cx="474133" cy="599440"/>
          </a:xfrm>
        </p:spPr>
        <p:txBody>
          <a:bodyPr/>
          <a:lstStyle/>
          <a:p>
            <a:pPr>
              <a:spcAft>
                <a:spcPts val="600"/>
              </a:spcAft>
            </a:pPr>
            <a:fld id="{4A48E32F-25EE-44AB-A04E-86C2DF0210B3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A18CDF6-23EB-677E-E376-5351A220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764775"/>
            <a:ext cx="4506494" cy="3312297"/>
          </a:xfrm>
        </p:spPr>
        <p:txBody>
          <a:bodyPr/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firm and consumer outcomes</a:t>
            </a:r>
            <a:endParaRPr lang="en-SG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3ABE0-1658-1546-4DBF-E3693E87843C}"/>
              </a:ext>
            </a:extLst>
          </p:cNvPr>
          <p:cNvSpPr txBox="1"/>
          <p:nvPr/>
        </p:nvSpPr>
        <p:spPr>
          <a:xfrm>
            <a:off x="5561934" y="6864775"/>
            <a:ext cx="66300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>
                <a:hlinkClick r:id="rId2" tooltip="https://inmadom-myenglishclass.blogspot.com/2011/03/"/>
              </a:rPr>
              <a:t>This Photo</a:t>
            </a:r>
            <a:r>
              <a:rPr lang="en-SG" sz="900"/>
              <a:t> by Unknown Author is licensed under </a:t>
            </a:r>
            <a:r>
              <a:rPr lang="en-SG" sz="900">
                <a:hlinkClick r:id="rId3" tooltip="https://creativecommons.org/licenses/by-nc-sa/3.0/"/>
              </a:rPr>
              <a:t>CC BY-SA-NC</a:t>
            </a:r>
            <a:endParaRPr lang="en-SG" sz="90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7324DB9-2865-2226-566C-658120C0858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9814" r="19814"/>
          <a:stretch>
            <a:fillRect/>
          </a:stretch>
        </p:blipFill>
        <p:spPr/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4558D0-127D-4B71-63B8-2FE567F5205C}"/>
              </a:ext>
            </a:extLst>
          </p:cNvPr>
          <p:cNvSpPr txBox="1"/>
          <p:nvPr/>
        </p:nvSpPr>
        <p:spPr>
          <a:xfrm>
            <a:off x="5561934" y="6864775"/>
            <a:ext cx="66300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>
                <a:hlinkClick r:id="rId5" tooltip="https://www.deviantart.com/ixionx/art/Emo-Sad-Smiley-Wallpaper-128688750"/>
              </a:rPr>
              <a:t>This Photo</a:t>
            </a:r>
            <a:r>
              <a:rPr lang="en-SG" sz="900"/>
              <a:t> by Unknown Author is licensed under </a:t>
            </a:r>
            <a:r>
              <a:rPr lang="en-SG" sz="900">
                <a:hlinkClick r:id="rId3" tooltip="https://creativecommons.org/licenses/by-nc-sa/3.0/"/>
              </a:rPr>
              <a:t>CC BY-SA-NC</a:t>
            </a:r>
            <a:endParaRPr lang="en-SG" sz="900"/>
          </a:p>
        </p:txBody>
      </p:sp>
    </p:spTree>
    <p:extLst>
      <p:ext uri="{BB962C8B-B14F-4D97-AF65-F5344CB8AC3E}">
        <p14:creationId xmlns:p14="http://schemas.microsoft.com/office/powerpoint/2010/main" val="3742733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5BD28-AFCF-1FB8-3795-3B119F61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92F-888F-B109-5415-E5A5168E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Firm Side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D776-CCE8-39CD-AA7F-FE0A386C5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400" dirty="0"/>
              <a:t>Dubé &amp; Misra (2023) work with ZipRecruiter to conduct experiments</a:t>
            </a:r>
          </a:p>
          <a:p>
            <a:pPr lvl="0"/>
            <a:endParaRPr lang="en-SG" sz="2400" dirty="0"/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They train a ML model on the data</a:t>
            </a:r>
          </a:p>
          <a:p>
            <a:pPr lvl="0"/>
            <a:r>
              <a:rPr lang="en-SG" sz="2400" dirty="0"/>
              <a:t>Raising the uniform prices increases profits by 55% (but lowers conversion)</a:t>
            </a:r>
          </a:p>
          <a:p>
            <a:pPr lvl="0"/>
            <a:r>
              <a:rPr lang="en-SG" sz="2400" dirty="0"/>
              <a:t>Dynamic (personalized) pricing gives an additional 19% profit increase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For ZipRecruiter, the biggest profit gain came from optimizing the uniform price</a:t>
            </a:r>
          </a:p>
          <a:p>
            <a:pPr lvl="0"/>
            <a:r>
              <a:rPr lang="en-SG" sz="2400" dirty="0"/>
              <a:t>Personalization helps too but effect smaller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7D39F-74F1-C8A5-41D4-30A4E412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3103F6-BEEF-21B0-F834-320182F64874}"/>
              </a:ext>
            </a:extLst>
          </p:cNvPr>
          <p:cNvSpPr/>
          <p:nvPr/>
        </p:nvSpPr>
        <p:spPr>
          <a:xfrm>
            <a:off x="7608168" y="2420888"/>
            <a:ext cx="3150096" cy="76833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dirty="0"/>
              <a:t>S</a:t>
            </a:r>
            <a:r>
              <a:rPr lang="en-SG" sz="2200" dirty="0" err="1"/>
              <a:t>ome</a:t>
            </a:r>
            <a:r>
              <a:rPr lang="en-SG" sz="2200" dirty="0"/>
              <a:t> firms may prefer growth over profits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6D804-EEAC-C6F8-6C20-3D69421F3EEE}"/>
              </a:ext>
            </a:extLst>
          </p:cNvPr>
          <p:cNvSpPr/>
          <p:nvPr/>
        </p:nvSpPr>
        <p:spPr>
          <a:xfrm>
            <a:off x="5375920" y="5741944"/>
            <a:ext cx="4334272" cy="57154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dirty="0"/>
              <a:t>Is the potential backlash worth it?</a:t>
            </a:r>
            <a:endParaRPr lang="en-SG" sz="2200" dirty="0"/>
          </a:p>
        </p:txBody>
      </p:sp>
    </p:spTree>
    <p:extLst>
      <p:ext uri="{BB962C8B-B14F-4D97-AF65-F5344CB8AC3E}">
        <p14:creationId xmlns:p14="http://schemas.microsoft.com/office/powerpoint/2010/main" val="427894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6954-A569-DE8E-60DD-2C36E94F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Consumer Side</a:t>
            </a:r>
            <a:endParaRPr lang="en-SG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2D942-AF9E-D71E-8758-B050FF34D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sz="2400" dirty="0"/>
              <a:t>Total consumer surplus declines under dynamic pricing relative to the optimized uniform price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But, more than 60% of individual consumers are better off</a:t>
            </a:r>
          </a:p>
          <a:p>
            <a:pPr lvl="0"/>
            <a:endParaRPr lang="en-SG" sz="2400" dirty="0"/>
          </a:p>
          <a:p>
            <a:pPr lvl="0"/>
            <a:r>
              <a:rPr lang="en-SG" sz="2400" dirty="0"/>
              <a:t>Some consumers (with higher willingness-to-pay) pay more</a:t>
            </a:r>
          </a:p>
          <a:p>
            <a:pPr lvl="0"/>
            <a:r>
              <a:rPr lang="en-SG" sz="2400" dirty="0"/>
              <a:t>Many others (with lower willingness-to-pay) pay less 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C0BAA-38AC-99DF-93CA-66A0D0E6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38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1AE0C-2D98-4E58-5F15-1AE16215F9DC}"/>
              </a:ext>
            </a:extLst>
          </p:cNvPr>
          <p:cNvSpPr/>
          <p:nvPr/>
        </p:nvSpPr>
        <p:spPr>
          <a:xfrm>
            <a:off x="2279576" y="5323980"/>
            <a:ext cx="5688632" cy="91965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200" dirty="0"/>
              <a:t>Does dynamic pricing help those with lower WTP or exploit those with higher WTP?</a:t>
            </a:r>
            <a:endParaRPr lang="en-SG" sz="2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D52406-106A-8633-6BAC-7F0C3BF6B81F}"/>
              </a:ext>
            </a:extLst>
          </p:cNvPr>
          <p:cNvGrpSpPr/>
          <p:nvPr/>
        </p:nvGrpSpPr>
        <p:grpSpPr>
          <a:xfrm>
            <a:off x="8985107" y="3429000"/>
            <a:ext cx="2349786" cy="1600204"/>
            <a:chOff x="8976320" y="3429000"/>
            <a:chExt cx="2349786" cy="16002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67F1A3-256B-4334-00E0-B73494EEA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8976320" y="3429000"/>
              <a:ext cx="2349786" cy="160020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389B8D-FC36-BB5B-B197-2FE8892F7C51}"/>
                </a:ext>
              </a:extLst>
            </p:cNvPr>
            <p:cNvSpPr txBox="1"/>
            <p:nvPr/>
          </p:nvSpPr>
          <p:spPr>
            <a:xfrm>
              <a:off x="8976320" y="4626749"/>
              <a:ext cx="2226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900" dirty="0">
                  <a:hlinkClick r:id="rId3" tooltip="https://researchleap.com/study-impact-gender-differences-customer-satisfaction-case-educational-sphere/"/>
                </a:rPr>
                <a:t>This Photo</a:t>
              </a:r>
              <a:r>
                <a:rPr lang="en-SG" sz="900" dirty="0"/>
                <a:t> by Unknown Author is licensed under </a:t>
              </a:r>
              <a:r>
                <a:rPr lang="en-SG" sz="900" dirty="0">
                  <a:hlinkClick r:id="rId4" tooltip="https://creativecommons.org/licenses/by/3.0/"/>
                </a:rPr>
                <a:t>CC BY</a:t>
              </a:r>
              <a:endParaRPr lang="en-SG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8948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892B1-3721-F4AC-DB92-965BAE2AA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w to Run an Effective Weekly Team Meeting">
            <a:extLst>
              <a:ext uri="{FF2B5EF4-FFF2-40B4-BE49-F238E27FC236}">
                <a16:creationId xmlns:a16="http://schemas.microsoft.com/office/drawing/2014/main" id="{D8EAD6A6-EAE3-3D3E-C0F6-F5F4F5EEB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3" r="1039" b="1"/>
          <a:stretch>
            <a:fillRect/>
          </a:stretch>
        </p:blipFill>
        <p:spPr bwMode="auto">
          <a:xfrm>
            <a:off x="5561934" y="10"/>
            <a:ext cx="6630068" cy="6864765"/>
          </a:xfrm>
          <a:custGeom>
            <a:avLst/>
            <a:gdLst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0 w 7446818"/>
              <a:gd name="connsiteY3" fmla="*/ 6858000 h 6858000"/>
              <a:gd name="connsiteX4" fmla="*/ 0 w 7446818"/>
              <a:gd name="connsiteY4" fmla="*/ 0 h 6858000"/>
              <a:gd name="connsiteX0" fmla="*/ 0 w 7446818"/>
              <a:gd name="connsiteY0" fmla="*/ 0 h 6858000"/>
              <a:gd name="connsiteX1" fmla="*/ 7446818 w 7446818"/>
              <a:gd name="connsiteY1" fmla="*/ 0 h 6858000"/>
              <a:gd name="connsiteX2" fmla="*/ 7446818 w 7446818"/>
              <a:gd name="connsiteY2" fmla="*/ 6858000 h 6858000"/>
              <a:gd name="connsiteX3" fmla="*/ 2230581 w 7446818"/>
              <a:gd name="connsiteY3" fmla="*/ 6858000 h 6858000"/>
              <a:gd name="connsiteX4" fmla="*/ 0 w 7446818"/>
              <a:gd name="connsiteY4" fmla="*/ 0 h 6858000"/>
              <a:gd name="connsiteX0" fmla="*/ 636486 w 5216237"/>
              <a:gd name="connsiteY0" fmla="*/ 0 h 6863644"/>
              <a:gd name="connsiteX1" fmla="*/ 5216237 w 5216237"/>
              <a:gd name="connsiteY1" fmla="*/ 5644 h 6863644"/>
              <a:gd name="connsiteX2" fmla="*/ 5216237 w 5216237"/>
              <a:gd name="connsiteY2" fmla="*/ 6863644 h 6863644"/>
              <a:gd name="connsiteX3" fmla="*/ 0 w 5216237"/>
              <a:gd name="connsiteY3" fmla="*/ 6863644 h 6863644"/>
              <a:gd name="connsiteX4" fmla="*/ 636486 w 5216237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171204 w 4579751"/>
              <a:gd name="connsiteY3" fmla="*/ 6863644 h 6863644"/>
              <a:gd name="connsiteX4" fmla="*/ 0 w 4579751"/>
              <a:gd name="connsiteY4" fmla="*/ 0 h 6863644"/>
              <a:gd name="connsiteX0" fmla="*/ 0 w 4579751"/>
              <a:gd name="connsiteY0" fmla="*/ 0 h 6863644"/>
              <a:gd name="connsiteX1" fmla="*/ 4579751 w 4579751"/>
              <a:gd name="connsiteY1" fmla="*/ 5644 h 6863644"/>
              <a:gd name="connsiteX2" fmla="*/ 4579751 w 4579751"/>
              <a:gd name="connsiteY2" fmla="*/ 6863644 h 6863644"/>
              <a:gd name="connsiteX3" fmla="*/ 2232278 w 4579751"/>
              <a:gd name="connsiteY3" fmla="*/ 6863644 h 6863644"/>
              <a:gd name="connsiteX4" fmla="*/ 0 w 4579751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954982 w 5302455"/>
              <a:gd name="connsiteY3" fmla="*/ 6863644 h 6863644"/>
              <a:gd name="connsiteX4" fmla="*/ 0 w 5302455"/>
              <a:gd name="connsiteY4" fmla="*/ 0 h 6863644"/>
              <a:gd name="connsiteX0" fmla="*/ 0 w 5302455"/>
              <a:gd name="connsiteY0" fmla="*/ 0 h 6877191"/>
              <a:gd name="connsiteX1" fmla="*/ 5302455 w 5302455"/>
              <a:gd name="connsiteY1" fmla="*/ 5644 h 6877191"/>
              <a:gd name="connsiteX2" fmla="*/ 5302455 w 5302455"/>
              <a:gd name="connsiteY2" fmla="*/ 6863644 h 6877191"/>
              <a:gd name="connsiteX3" fmla="*/ 2242457 w 5302455"/>
              <a:gd name="connsiteY3" fmla="*/ 6877191 h 6877191"/>
              <a:gd name="connsiteX4" fmla="*/ 0 w 5302455"/>
              <a:gd name="connsiteY4" fmla="*/ 0 h 6877191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8 w 5302455"/>
              <a:gd name="connsiteY3" fmla="*/ 6850098 h 6863644"/>
              <a:gd name="connsiteX4" fmla="*/ 0 w 5302455"/>
              <a:gd name="connsiteY4" fmla="*/ 0 h 6863644"/>
              <a:gd name="connsiteX0" fmla="*/ 0 w 5302455"/>
              <a:gd name="connsiteY0" fmla="*/ 0 h 6863644"/>
              <a:gd name="connsiteX1" fmla="*/ 5302455 w 5302455"/>
              <a:gd name="connsiteY1" fmla="*/ 5644 h 6863644"/>
              <a:gd name="connsiteX2" fmla="*/ 5302455 w 5302455"/>
              <a:gd name="connsiteY2" fmla="*/ 6863644 h 6863644"/>
              <a:gd name="connsiteX3" fmla="*/ 2242459 w 5302455"/>
              <a:gd name="connsiteY3" fmla="*/ 6856872 h 6863644"/>
              <a:gd name="connsiteX4" fmla="*/ 0 w 5302455"/>
              <a:gd name="connsiteY4" fmla="*/ 0 h 6863644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1921823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58000"/>
              <a:gd name="connsiteX1" fmla="*/ 4981819 w 4981819"/>
              <a:gd name="connsiteY1" fmla="*/ 0 h 6858000"/>
              <a:gd name="connsiteX2" fmla="*/ 4981819 w 4981819"/>
              <a:gd name="connsiteY2" fmla="*/ 6858000 h 6858000"/>
              <a:gd name="connsiteX3" fmla="*/ 2237370 w 4981819"/>
              <a:gd name="connsiteY3" fmla="*/ 6851228 h 6858000"/>
              <a:gd name="connsiteX4" fmla="*/ 0 w 4981819"/>
              <a:gd name="connsiteY4" fmla="*/ 1129 h 6858000"/>
              <a:gd name="connsiteX0" fmla="*/ 0 w 4981819"/>
              <a:gd name="connsiteY0" fmla="*/ 1129 h 6864775"/>
              <a:gd name="connsiteX1" fmla="*/ 4981819 w 4981819"/>
              <a:gd name="connsiteY1" fmla="*/ 0 h 6864775"/>
              <a:gd name="connsiteX2" fmla="*/ 4981819 w 4981819"/>
              <a:gd name="connsiteY2" fmla="*/ 6858000 h 6864775"/>
              <a:gd name="connsiteX3" fmla="*/ 2267907 w 4981819"/>
              <a:gd name="connsiteY3" fmla="*/ 6864775 h 6864775"/>
              <a:gd name="connsiteX4" fmla="*/ 0 w 4981819"/>
              <a:gd name="connsiteY4" fmla="*/ 1129 h 686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1819" h="6864775">
                <a:moveTo>
                  <a:pt x="0" y="1129"/>
                </a:moveTo>
                <a:lnTo>
                  <a:pt x="4981819" y="0"/>
                </a:lnTo>
                <a:lnTo>
                  <a:pt x="4981819" y="6858000"/>
                </a:lnTo>
                <a:lnTo>
                  <a:pt x="2267907" y="6864775"/>
                </a:lnTo>
                <a:lnTo>
                  <a:pt x="0" y="1129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8FB793-0607-0D2B-9462-A1AF12551F4B}"/>
              </a:ext>
            </a:extLst>
          </p:cNvPr>
          <p:cNvSpPr txBox="1"/>
          <p:nvPr/>
        </p:nvSpPr>
        <p:spPr>
          <a:xfrm>
            <a:off x="9468177" y="6870700"/>
            <a:ext cx="272382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>
                <a:solidFill>
                  <a:srgbClr val="FFFFFF"/>
                </a:solidFill>
                <a:hlinkClick r:id="rId3" tooltip="https://technofaq.org/posts/2020/10/digital-marketing-strategy-a-must-for-every-small-busines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>
                <a:solidFill>
                  <a:srgbClr val="FFFFFF"/>
                </a:solidFill>
              </a:rPr>
              <a:t> by Unknown Author is licensed under </a:t>
            </a:r>
            <a:r>
              <a:rPr lang="en-SG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SG" sz="700">
              <a:solidFill>
                <a:srgbClr val="FFFFFF"/>
              </a:solidFill>
            </a:endParaRP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36948F26-EBDB-39EC-3366-BDD0BD1B81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34600" y="5551170"/>
            <a:ext cx="355600" cy="449580"/>
          </a:xfrm>
        </p:spPr>
        <p:txBody>
          <a:bodyPr/>
          <a:lstStyle/>
          <a:p>
            <a:pPr>
              <a:spcAft>
                <a:spcPts val="600"/>
              </a:spcAft>
            </a:pPr>
            <a:fld id="{4A48E32F-25EE-44AB-A04E-86C2DF0210B3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B265DE98-B3D7-A67E-BDE4-1B1F6422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2317981"/>
            <a:ext cx="6294974" cy="1615076"/>
          </a:xfrm>
        </p:spPr>
        <p:txBody>
          <a:bodyPr wrap="square" anchor="b">
            <a:noAutofit/>
          </a:bodyPr>
          <a:lstStyle/>
          <a:p>
            <a:r>
              <a:rPr lang="en-US" sz="4800" dirty="0"/>
              <a:t>exercise</a:t>
            </a:r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366878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8539D6-23ED-F294-9E31-68D68D79C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" b="504"/>
          <a:stretch>
            <a:fillRect/>
          </a:stretch>
        </p:blipFill>
        <p:spPr>
          <a:xfrm>
            <a:off x="0" y="-33164"/>
            <a:ext cx="11377264" cy="7003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880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2285-1FDB-1D32-4171-91B33590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</a:rPr>
              <a:t>Introduction to the Simulation:</a:t>
            </a:r>
            <a:br>
              <a:rPr lang="en-IN" sz="4000" b="1" dirty="0">
                <a:solidFill>
                  <a:schemeClr val="tx1"/>
                </a:solidFill>
              </a:rPr>
            </a:br>
            <a:r>
              <a:rPr lang="en-IN" sz="4000" b="1" dirty="0">
                <a:solidFill>
                  <a:schemeClr val="tx1"/>
                </a:solidFill>
              </a:rPr>
              <a:t>Roast &amp; Reward Game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212B6B-D09B-926D-04D8-53CC203D65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8410485"/>
              </p:ext>
            </p:extLst>
          </p:nvPr>
        </p:nvGraphicFramePr>
        <p:xfrm>
          <a:off x="5087888" y="476672"/>
          <a:ext cx="6364224" cy="5488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7426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B478-1AFA-982B-6EF3-80797AA6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</a:rPr>
              <a:t>Structure of the</a:t>
            </a:r>
            <a:br>
              <a:rPr lang="en-IN" sz="4000" b="1" dirty="0">
                <a:solidFill>
                  <a:schemeClr val="tx1"/>
                </a:solidFill>
              </a:rPr>
            </a:br>
            <a:r>
              <a:rPr lang="en-IN" sz="4000" b="1" dirty="0">
                <a:solidFill>
                  <a:schemeClr val="tx1"/>
                </a:solidFill>
              </a:rPr>
              <a:t>Simulation Environment</a:t>
            </a:r>
            <a:endParaRPr lang="en-IN" sz="4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651FD-4EDA-F631-49DF-4FCE1A911324}"/>
              </a:ext>
            </a:extLst>
          </p:cNvPr>
          <p:cNvSpPr/>
          <p:nvPr/>
        </p:nvSpPr>
        <p:spPr>
          <a:xfrm>
            <a:off x="621792" y="4725144"/>
            <a:ext cx="3168352" cy="86409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/>
              <a:t>ML-suggested </a:t>
            </a:r>
            <a:r>
              <a:rPr lang="en-US" sz="2200" dirty="0"/>
              <a:t>price is provided to help you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75468AC-0921-BD81-0A6E-2748CC0A44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121073"/>
              </p:ext>
            </p:extLst>
          </p:nvPr>
        </p:nvGraphicFramePr>
        <p:xfrm>
          <a:off x="4482389" y="476672"/>
          <a:ext cx="7014211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3679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348A-BD8A-6066-F875-F2D0F9AB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196B-013D-6DCA-7F04-920B90F7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D513-2950-9624-D459-4D6A571F5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/>
              <a:t>Play the game (play as many times as you want)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Can you beat the RL algorithm?</a:t>
            </a:r>
          </a:p>
          <a:p>
            <a:pPr lvl="0"/>
            <a:r>
              <a:rPr lang="en-US" sz="2800" dirty="0"/>
              <a:t>How did you learn during the game?</a:t>
            </a:r>
          </a:p>
          <a:p>
            <a:pPr lvl="0"/>
            <a:r>
              <a:rPr lang="en-US" sz="2800" dirty="0"/>
              <a:t>What prompted your learning?</a:t>
            </a:r>
          </a:p>
          <a:p>
            <a:pPr lvl="0"/>
            <a:r>
              <a:rPr lang="en-US" sz="2800" dirty="0"/>
              <a:t>Did you explore or exploit? How did you transition?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Optionally, take the quiz</a:t>
            </a:r>
            <a:endParaRPr lang="en-US" sz="2400" dirty="0"/>
          </a:p>
          <a:p>
            <a:pPr lvl="1"/>
            <a:endParaRPr lang="en-US" sz="2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461C5-B042-6970-B378-96203401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43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2F85F-8924-C843-D80B-35F0C76F00AE}"/>
              </a:ext>
            </a:extLst>
          </p:cNvPr>
          <p:cNvSpPr/>
          <p:nvPr/>
        </p:nvSpPr>
        <p:spPr>
          <a:xfrm rot="502221">
            <a:off x="8008985" y="2847086"/>
            <a:ext cx="3168352" cy="79208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Prepare a presentation (max. 2 slides)</a:t>
            </a:r>
          </a:p>
        </p:txBody>
      </p:sp>
    </p:spTree>
    <p:extLst>
      <p:ext uri="{BB962C8B-B14F-4D97-AF65-F5344CB8AC3E}">
        <p14:creationId xmlns:p14="http://schemas.microsoft.com/office/powerpoint/2010/main" val="26032331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/>
              <a:t>Next Week</a:t>
            </a:r>
            <a:endParaRPr lang="en-SG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Recess</a:t>
            </a:r>
          </a:p>
          <a:p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800" dirty="0"/>
              <a:t>AI Customer Interactions</a:t>
            </a:r>
          </a:p>
          <a:p>
            <a:pPr lvl="1"/>
            <a:r>
              <a:rPr lang="en-US" sz="2400" dirty="0"/>
              <a:t>California Management Review</a:t>
            </a:r>
          </a:p>
          <a:p>
            <a:pPr lvl="2"/>
            <a:r>
              <a:rPr lang="en-US" sz="2000" dirty="0"/>
              <a:t>Chatbot Frustration Is Real: Hidden Costs and Best Practices</a:t>
            </a:r>
            <a:endParaRPr lang="en-SG" sz="2000" dirty="0"/>
          </a:p>
          <a:p>
            <a:pPr lvl="1"/>
            <a:r>
              <a:rPr lang="en-US" sz="2400" dirty="0"/>
              <a:t>Harvard Business Review </a:t>
            </a:r>
          </a:p>
          <a:p>
            <a:pPr lvl="2"/>
            <a:r>
              <a:rPr lang="en-US" sz="2000" dirty="0"/>
              <a:t>Fixing Chatbots Requires Psychology, Not Technology</a:t>
            </a:r>
            <a:endParaRPr lang="en-SG" sz="2000" dirty="0"/>
          </a:p>
          <a:p>
            <a:pPr lvl="1"/>
            <a:r>
              <a:rPr lang="en-US" sz="2400" dirty="0"/>
              <a:t>Microsoft Copilot Blog</a:t>
            </a:r>
          </a:p>
          <a:p>
            <a:pPr lvl="2"/>
            <a:r>
              <a:rPr lang="en-US" sz="2000" dirty="0"/>
              <a:t>Building Reliable Voice Agents: A Practical Guide</a:t>
            </a:r>
            <a:endParaRPr lang="en-SG" sz="2000" dirty="0"/>
          </a:p>
          <a:p>
            <a:pPr lvl="1"/>
            <a:r>
              <a:rPr lang="en-US" sz="2400" dirty="0"/>
              <a:t>McKinsey Explainers</a:t>
            </a:r>
          </a:p>
          <a:p>
            <a:pPr lvl="2"/>
            <a:r>
              <a:rPr lang="en-US" sz="2000" dirty="0"/>
              <a:t>Yee, Lareina et al. “What Is Retrieval-Augmented Generation (RAG)?”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096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2636912"/>
            <a:ext cx="8229600" cy="1139825"/>
          </a:xfrm>
        </p:spPr>
        <p:txBody>
          <a:bodyPr/>
          <a:lstStyle/>
          <a:p>
            <a:r>
              <a:rPr lang="en-US" sz="4200" dirty="0"/>
              <a:t>Thank you for your attention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4D884-3DD3-4405-92AC-46C20CC30C6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51459"/>
      </p:ext>
    </p:extLst>
  </p:cSld>
  <p:clrMapOvr>
    <a:masterClrMapping/>
  </p:clrMapOvr>
</p:sld>
</file>

<file path=ppt/theme/theme1.xml><?xml version="1.0" encoding="utf-8"?>
<a:theme xmlns:a="http://schemas.openxmlformats.org/drawingml/2006/main" name="SMU Them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5416FE23-AC81-40EC-9AF5-6B7BB795E710}" vid="{FFCCE1ED-CB4C-45D0-AE63-949B6935F0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e756f9c-e3e7-4810-90da-ea6bfb97c434}" enabled="1" method="Privilege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SMU</Template>
  <TotalTime>22354</TotalTime>
  <Words>2043</Words>
  <Application>Microsoft Office PowerPoint</Application>
  <PresentationFormat>Widescreen</PresentationFormat>
  <Paragraphs>444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Garamond</vt:lpstr>
      <vt:lpstr>TradeGothic</vt:lpstr>
      <vt:lpstr>TradeGothic LT Bold</vt:lpstr>
      <vt:lpstr>Wingdings</vt:lpstr>
      <vt:lpstr>Wingdings 2</vt:lpstr>
      <vt:lpstr>SMU Theme</vt:lpstr>
      <vt:lpstr> AI-Powered Marketing  Dynamic Pricing</vt:lpstr>
      <vt:lpstr>PowerPoint Presentation</vt:lpstr>
      <vt:lpstr>Today’s Goals</vt:lpstr>
      <vt:lpstr>Literature</vt:lpstr>
      <vt:lpstr>PowerPoint Presentation</vt:lpstr>
      <vt:lpstr>4Ps</vt:lpstr>
      <vt:lpstr>Price</vt:lpstr>
      <vt:lpstr>Pricing Strategies</vt:lpstr>
      <vt:lpstr>Developments</vt:lpstr>
      <vt:lpstr>  dynamic pricing</vt:lpstr>
      <vt:lpstr>Dynamic Pricing</vt:lpstr>
      <vt:lpstr>Dynamic Pricing Ps</vt:lpstr>
      <vt:lpstr>Why Firms Adopt Dynamic Pricing</vt:lpstr>
      <vt:lpstr>Downsides</vt:lpstr>
      <vt:lpstr>Delta</vt:lpstr>
      <vt:lpstr>Uber</vt:lpstr>
      <vt:lpstr>RealPage</vt:lpstr>
      <vt:lpstr>  data and algorithms</vt:lpstr>
      <vt:lpstr>Data Sources</vt:lpstr>
      <vt:lpstr>Data (Non-Personal)</vt:lpstr>
      <vt:lpstr>Data (Personal)</vt:lpstr>
      <vt:lpstr>From Heuristics to Machine Learning</vt:lpstr>
      <vt:lpstr>What Is Machine Learning?</vt:lpstr>
      <vt:lpstr>Reinforcement Learning</vt:lpstr>
      <vt:lpstr>PowerPoint Presentation</vt:lpstr>
      <vt:lpstr>PowerPoint Presentation</vt:lpstr>
      <vt:lpstr>Sequential Decision-Making</vt:lpstr>
      <vt:lpstr>Business Applications of RL</vt:lpstr>
      <vt:lpstr>  legality and acceptance</vt:lpstr>
      <vt:lpstr>Shifting Regulatory Landscape</vt:lpstr>
      <vt:lpstr>Algorithmic Pricing Disclosure Laws</vt:lpstr>
      <vt:lpstr>Algorithmic Collusion</vt:lpstr>
      <vt:lpstr>Framing</vt:lpstr>
      <vt:lpstr>Framing (contd.)</vt:lpstr>
      <vt:lpstr>Recommendations</vt:lpstr>
      <vt:lpstr>  firm and consumer outcomes</vt:lpstr>
      <vt:lpstr>Firm Side</vt:lpstr>
      <vt:lpstr>Consumer Side</vt:lpstr>
      <vt:lpstr>exercise</vt:lpstr>
      <vt:lpstr>PowerPoint Presentation</vt:lpstr>
      <vt:lpstr>Introduction to the Simulation: Roast &amp; Reward Game</vt:lpstr>
      <vt:lpstr>Structure of the Simulation Environment</vt:lpstr>
      <vt:lpstr>Exercise</vt:lpstr>
      <vt:lpstr>Next Week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fefe</dc:title>
  <dc:creator>Osinga</dc:creator>
  <cp:lastModifiedBy>Ernst Christiaan OSINGA</cp:lastModifiedBy>
  <cp:revision>250</cp:revision>
  <cp:lastPrinted>2018-08-21T10:06:58Z</cp:lastPrinted>
  <dcterms:created xsi:type="dcterms:W3CDTF">2015-08-09T06:00:35Z</dcterms:created>
  <dcterms:modified xsi:type="dcterms:W3CDTF">2026-10-01T20:31:48Z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756f9c-e3e7-4810-90da-ea6bfb97c434_Enabled">
    <vt:lpwstr>true</vt:lpwstr>
  </property>
  <property fmtid="{D5CDD505-2E9C-101B-9397-08002B2CF9AE}" pid="3" name="MSIP_Label_1e756f9c-e3e7-4810-90da-ea6bfb97c434_SetDate">
    <vt:lpwstr>2024-01-02T17:01:55Z</vt:lpwstr>
  </property>
  <property fmtid="{D5CDD505-2E9C-101B-9397-08002B2CF9AE}" pid="4" name="MSIP_Label_1e756f9c-e3e7-4810-90da-ea6bfb97c434_Method">
    <vt:lpwstr>Privileged</vt:lpwstr>
  </property>
  <property fmtid="{D5CDD505-2E9C-101B-9397-08002B2CF9AE}" pid="5" name="MSIP_Label_1e756f9c-e3e7-4810-90da-ea6bfb97c434_Name">
    <vt:lpwstr>1e756f9c-e3e7-4810-90da-ea6bfb97c434</vt:lpwstr>
  </property>
  <property fmtid="{D5CDD505-2E9C-101B-9397-08002B2CF9AE}" pid="6" name="MSIP_Label_1e756f9c-e3e7-4810-90da-ea6bfb97c434_SiteId">
    <vt:lpwstr>c98a79ca-5a9a-4791-a243-f06afd67464d</vt:lpwstr>
  </property>
  <property fmtid="{D5CDD505-2E9C-101B-9397-08002B2CF9AE}" pid="7" name="MSIP_Label_1e756f9c-e3e7-4810-90da-ea6bfb97c434_ContentBits">
    <vt:lpwstr>0</vt:lpwstr>
  </property>
</Properties>
</file>